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5" autoAdjust="0"/>
    <p:restoredTop sz="94660"/>
  </p:normalViewPr>
  <p:slideViewPr>
    <p:cSldViewPr snapToGrid="0">
      <p:cViewPr varScale="1">
        <p:scale>
          <a:sx n="81" d="100"/>
          <a:sy n="81" d="100"/>
        </p:scale>
        <p:origin x="51" y="131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7430E-0C14-4779-90EA-EDE70E0A39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B15004-56D3-4530-B02E-933E8FDD95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E89A47-33D8-4BC3-9AFC-9F80285B5EBB}"/>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5" name="Footer Placeholder 4">
            <a:extLst>
              <a:ext uri="{FF2B5EF4-FFF2-40B4-BE49-F238E27FC236}">
                <a16:creationId xmlns:a16="http://schemas.microsoft.com/office/drawing/2014/main" id="{5702591A-90C7-4109-9CB3-9174636486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B0ADB0-BC73-400D-9243-D70FA896D835}"/>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417481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8C1CA-ADDD-408D-822D-EE9462EBA1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59ECAA-101A-4A86-8981-A2BE6D860F1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06E2D5-2175-42B1-8C6E-032A339D278A}"/>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5" name="Footer Placeholder 4">
            <a:extLst>
              <a:ext uri="{FF2B5EF4-FFF2-40B4-BE49-F238E27FC236}">
                <a16:creationId xmlns:a16="http://schemas.microsoft.com/office/drawing/2014/main" id="{8F22F3F7-1A04-45E0-A013-3EBECA1F7C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7E0AD-8F77-4E62-9CB5-6B091BB5D5FF}"/>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729737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655BF-01DD-4A4C-A344-97D557BA19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E87561-A204-4596-8E15-E8844953E0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210353E-995A-4340-B53D-0C08B1C4ED31}"/>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5" name="Footer Placeholder 4">
            <a:extLst>
              <a:ext uri="{FF2B5EF4-FFF2-40B4-BE49-F238E27FC236}">
                <a16:creationId xmlns:a16="http://schemas.microsoft.com/office/drawing/2014/main" id="{2BFFA2C4-2078-4CFC-8571-CC21AC6190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8976F-D94E-4D8A-9EE7-E165DA4072F0}"/>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2833386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76786-0589-4519-88F3-8BC1971A6B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91B85D-5BE7-412D-9FD5-893051763BB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A64DF-5364-4DF2-8CE9-2650A318B7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074275-6160-49BE-9B78-0C5C21487915}"/>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6" name="Footer Placeholder 5">
            <a:extLst>
              <a:ext uri="{FF2B5EF4-FFF2-40B4-BE49-F238E27FC236}">
                <a16:creationId xmlns:a16="http://schemas.microsoft.com/office/drawing/2014/main" id="{A1F80AEC-A618-4A2E-BB9A-D04E62BEEB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9E9CF-1E5C-42AD-A1C4-15E66EC229F9}"/>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1538792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B921-1768-4C70-A081-9ED10E4B6C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9DADB7-4A21-47D2-82D1-EEDA903973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9DD6C46-41BD-4C97-9899-ED13E2E45C0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CC3B2A-29CC-4EA1-AC4D-00D56FE38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94F0630-BBA5-4E49-A56F-47ABE6ABA99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EDF45B-DB08-4990-98EB-58B9DE3B4835}"/>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8" name="Footer Placeholder 7">
            <a:extLst>
              <a:ext uri="{FF2B5EF4-FFF2-40B4-BE49-F238E27FC236}">
                <a16:creationId xmlns:a16="http://schemas.microsoft.com/office/drawing/2014/main" id="{45910E93-91D0-4E12-B867-AC70A024C5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7105E7-46AB-4827-B6D5-53456AED4F20}"/>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853208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4518-08B3-44DA-890A-88AF5827F7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07FD31-F04E-4FC3-9032-6578601C8DCB}"/>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4" name="Footer Placeholder 3">
            <a:extLst>
              <a:ext uri="{FF2B5EF4-FFF2-40B4-BE49-F238E27FC236}">
                <a16:creationId xmlns:a16="http://schemas.microsoft.com/office/drawing/2014/main" id="{975795B2-51E0-4A4C-A905-7D79D850EE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32158D-063C-40F1-946C-450FF5D78506}"/>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2203634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223F14-36B9-4F3B-91AD-22D17B7FC1E7}"/>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3" name="Footer Placeholder 2">
            <a:extLst>
              <a:ext uri="{FF2B5EF4-FFF2-40B4-BE49-F238E27FC236}">
                <a16:creationId xmlns:a16="http://schemas.microsoft.com/office/drawing/2014/main" id="{E97930E5-373E-4312-AA2D-576168A2E7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C86834-B28B-405D-BF94-69C50D45AF7F}"/>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266688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A7036-E8AF-4F47-8700-3AEDCE646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47A818-A9AC-4F9D-BD81-B3C7FCF6FA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A5C4B4-D67F-4C5C-A225-DED95F7F7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0CE1D50-F959-4ADB-B7E0-21BEFDC58112}"/>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6" name="Footer Placeholder 5">
            <a:extLst>
              <a:ext uri="{FF2B5EF4-FFF2-40B4-BE49-F238E27FC236}">
                <a16:creationId xmlns:a16="http://schemas.microsoft.com/office/drawing/2014/main" id="{0CDAAE9B-70B3-4D80-823F-C28F9F2F9B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2DB69B-A212-4B52-BC9D-DD3701FB547B}"/>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850020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DEC6C-2E8F-42DD-852D-89D13CAADC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88A430-D085-4BC4-BE56-E773071040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9055DA-A209-405A-BBA7-CA222CF3B7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EF74A62-D133-4A2A-AE45-501D343A8F84}"/>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6" name="Footer Placeholder 5">
            <a:extLst>
              <a:ext uri="{FF2B5EF4-FFF2-40B4-BE49-F238E27FC236}">
                <a16:creationId xmlns:a16="http://schemas.microsoft.com/office/drawing/2014/main" id="{B853C2CE-2837-456B-B7E4-5BFD397913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18D466-A4C1-4601-BAB9-E81785D30DF8}"/>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1105412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8B347-1D97-433A-98A8-8232827A96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28D241-1CD7-46D0-970E-15D6BF9D353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ACEB93-0F69-4C25-A777-B20647477BDC}"/>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5" name="Footer Placeholder 4">
            <a:extLst>
              <a:ext uri="{FF2B5EF4-FFF2-40B4-BE49-F238E27FC236}">
                <a16:creationId xmlns:a16="http://schemas.microsoft.com/office/drawing/2014/main" id="{40C0A3E1-CA6D-4B8B-8710-BB1A94268D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87906-8A38-4B8C-B352-366FC801856E}"/>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3510774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BE5F74-6490-4E94-9966-CEBF0C427C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D0C57E-679F-499E-A59A-4AC82F491B8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F0BA3E-BF26-452E-A1CC-9103F04F1413}"/>
              </a:ext>
            </a:extLst>
          </p:cNvPr>
          <p:cNvSpPr>
            <a:spLocks noGrp="1"/>
          </p:cNvSpPr>
          <p:nvPr>
            <p:ph type="dt" sz="half" idx="10"/>
          </p:nvPr>
        </p:nvSpPr>
        <p:spPr/>
        <p:txBody>
          <a:bodyPr/>
          <a:lstStyle/>
          <a:p>
            <a:fld id="{0AC495BC-B0F0-4740-8A08-4EF0FB1F306C}" type="datetimeFigureOut">
              <a:rPr lang="en-US" smtClean="0"/>
              <a:t>10/12/2025</a:t>
            </a:fld>
            <a:endParaRPr lang="en-US"/>
          </a:p>
        </p:txBody>
      </p:sp>
      <p:sp>
        <p:nvSpPr>
          <p:cNvPr id="5" name="Footer Placeholder 4">
            <a:extLst>
              <a:ext uri="{FF2B5EF4-FFF2-40B4-BE49-F238E27FC236}">
                <a16:creationId xmlns:a16="http://schemas.microsoft.com/office/drawing/2014/main" id="{27FD9670-D7F1-434E-837E-1634F8F96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A987BD-E0BB-4FF0-A937-37F93EB20D6E}"/>
              </a:ext>
            </a:extLst>
          </p:cNvPr>
          <p:cNvSpPr>
            <a:spLocks noGrp="1"/>
          </p:cNvSpPr>
          <p:nvPr>
            <p:ph type="sldNum" sz="quarter" idx="12"/>
          </p:nvPr>
        </p:nvSpPr>
        <p:spPr/>
        <p:txBody>
          <a:bodyPr/>
          <a:lstStyle/>
          <a:p>
            <a:fld id="{A642225C-A4C6-4098-84E6-B8E2DBF4C0DD}" type="slidenum">
              <a:rPr lang="en-US" smtClean="0"/>
              <a:t>‹#›</a:t>
            </a:fld>
            <a:endParaRPr lang="en-US"/>
          </a:p>
        </p:txBody>
      </p:sp>
    </p:spTree>
    <p:extLst>
      <p:ext uri="{BB962C8B-B14F-4D97-AF65-F5344CB8AC3E}">
        <p14:creationId xmlns:p14="http://schemas.microsoft.com/office/powerpoint/2010/main" val="4061499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2BC254-C447-4262-B1B8-C54B7B4550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85201D-31DB-4142-A9E4-2351BF2A78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CE78D-8372-4D06-9F39-FFD0132465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495BC-B0F0-4740-8A08-4EF0FB1F306C}" type="datetimeFigureOut">
              <a:rPr lang="en-US" smtClean="0"/>
              <a:t>10/12/2025</a:t>
            </a:fld>
            <a:endParaRPr lang="en-US"/>
          </a:p>
        </p:txBody>
      </p:sp>
      <p:sp>
        <p:nvSpPr>
          <p:cNvPr id="5" name="Footer Placeholder 4">
            <a:extLst>
              <a:ext uri="{FF2B5EF4-FFF2-40B4-BE49-F238E27FC236}">
                <a16:creationId xmlns:a16="http://schemas.microsoft.com/office/drawing/2014/main" id="{202C0C76-A06B-4364-8685-BFEB79CEDC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E88A5E-2E25-4140-84EC-83040D091C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42225C-A4C6-4098-84E6-B8E2DBF4C0DD}" type="slidenum">
              <a:rPr lang="en-US" smtClean="0"/>
              <a:t>‹#›</a:t>
            </a:fld>
            <a:endParaRPr lang="en-US"/>
          </a:p>
        </p:txBody>
      </p:sp>
    </p:spTree>
    <p:extLst>
      <p:ext uri="{BB962C8B-B14F-4D97-AF65-F5344CB8AC3E}">
        <p14:creationId xmlns:p14="http://schemas.microsoft.com/office/powerpoint/2010/main" val="1928976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9BF99F9-DB7F-48E2-9D32-B37B1776157A}"/>
              </a:ext>
            </a:extLst>
          </p:cNvPr>
          <p:cNvGrpSpPr/>
          <p:nvPr/>
        </p:nvGrpSpPr>
        <p:grpSpPr>
          <a:xfrm>
            <a:off x="169800" y="91156"/>
            <a:ext cx="335559" cy="369332"/>
            <a:chOff x="369116" y="375299"/>
            <a:chExt cx="335559" cy="369332"/>
          </a:xfrm>
        </p:grpSpPr>
        <p:sp>
          <p:nvSpPr>
            <p:cNvPr id="5" name="Oval 4">
              <a:extLst>
                <a:ext uri="{FF2B5EF4-FFF2-40B4-BE49-F238E27FC236}">
                  <a16:creationId xmlns:a16="http://schemas.microsoft.com/office/drawing/2014/main" id="{BD4F379B-4899-4BBF-A6BC-A4D677B2189A}"/>
                </a:ext>
              </a:extLst>
            </p:cNvPr>
            <p:cNvSpPr/>
            <p:nvPr/>
          </p:nvSpPr>
          <p:spPr>
            <a:xfrm>
              <a:off x="369116" y="411061"/>
              <a:ext cx="335559" cy="29780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F48F9F7-234A-4A7F-B37F-25682104D3E0}"/>
                </a:ext>
              </a:extLst>
            </p:cNvPr>
            <p:cNvSpPr txBox="1"/>
            <p:nvPr/>
          </p:nvSpPr>
          <p:spPr>
            <a:xfrm>
              <a:off x="394601" y="375299"/>
              <a:ext cx="301686" cy="369332"/>
            </a:xfrm>
            <a:prstGeom prst="rect">
              <a:avLst/>
            </a:prstGeom>
            <a:noFill/>
          </p:spPr>
          <p:txBody>
            <a:bodyPr wrap="none" rtlCol="0">
              <a:spAutoFit/>
            </a:bodyPr>
            <a:lstStyle/>
            <a:p>
              <a:r>
                <a:rPr lang="en-US" dirty="0"/>
                <a:t>1</a:t>
              </a:r>
            </a:p>
          </p:txBody>
        </p:sp>
      </p:grpSp>
      <p:pic>
        <p:nvPicPr>
          <p:cNvPr id="8" name="Picture 2">
            <a:extLst>
              <a:ext uri="{FF2B5EF4-FFF2-40B4-BE49-F238E27FC236}">
                <a16:creationId xmlns:a16="http://schemas.microsoft.com/office/drawing/2014/main" id="{63A323ED-3F5E-4CDF-BB1B-76FC959ABBE5}"/>
              </a:ext>
            </a:extLst>
          </p:cNvPr>
          <p:cNvPicPr>
            <a:picLocks noChangeAspect="1" noChangeArrowheads="1"/>
          </p:cNvPicPr>
          <p:nvPr/>
        </p:nvPicPr>
        <p:blipFill>
          <a:blip r:embed="rId2" cstate="print"/>
          <a:srcRect/>
          <a:stretch>
            <a:fillRect/>
          </a:stretch>
        </p:blipFill>
        <p:spPr bwMode="auto">
          <a:xfrm>
            <a:off x="1779494" y="61913"/>
            <a:ext cx="9296400" cy="6734175"/>
          </a:xfrm>
          <a:prstGeom prst="rect">
            <a:avLst/>
          </a:prstGeom>
          <a:noFill/>
          <a:ln w="9525">
            <a:noFill/>
            <a:miter lim="800000"/>
            <a:headEnd/>
            <a:tailEnd/>
          </a:ln>
          <a:effectLst/>
        </p:spPr>
      </p:pic>
    </p:spTree>
    <p:extLst>
      <p:ext uri="{BB962C8B-B14F-4D97-AF65-F5344CB8AC3E}">
        <p14:creationId xmlns:p14="http://schemas.microsoft.com/office/powerpoint/2010/main" val="3509887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CFF47B3-377A-44B4-A9EA-ECF5D7908826}"/>
              </a:ext>
            </a:extLst>
          </p:cNvPr>
          <p:cNvGrpSpPr/>
          <p:nvPr/>
        </p:nvGrpSpPr>
        <p:grpSpPr>
          <a:xfrm>
            <a:off x="164814" y="92935"/>
            <a:ext cx="335559" cy="369332"/>
            <a:chOff x="369116" y="375299"/>
            <a:chExt cx="335559" cy="369332"/>
          </a:xfrm>
        </p:grpSpPr>
        <p:sp>
          <p:nvSpPr>
            <p:cNvPr id="5" name="Oval 4">
              <a:extLst>
                <a:ext uri="{FF2B5EF4-FFF2-40B4-BE49-F238E27FC236}">
                  <a16:creationId xmlns:a16="http://schemas.microsoft.com/office/drawing/2014/main" id="{A98C9148-4896-482E-9BC1-B7F77722A829}"/>
                </a:ext>
              </a:extLst>
            </p:cNvPr>
            <p:cNvSpPr/>
            <p:nvPr/>
          </p:nvSpPr>
          <p:spPr>
            <a:xfrm>
              <a:off x="369116" y="411061"/>
              <a:ext cx="335559" cy="29780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0CED1D0-8825-4A2D-BBDF-53659BB5A61D}"/>
                </a:ext>
              </a:extLst>
            </p:cNvPr>
            <p:cNvSpPr txBox="1"/>
            <p:nvPr/>
          </p:nvSpPr>
          <p:spPr>
            <a:xfrm>
              <a:off x="394601" y="375299"/>
              <a:ext cx="301686" cy="369332"/>
            </a:xfrm>
            <a:prstGeom prst="rect">
              <a:avLst/>
            </a:prstGeom>
            <a:noFill/>
          </p:spPr>
          <p:txBody>
            <a:bodyPr wrap="none" rtlCol="0">
              <a:spAutoFit/>
            </a:bodyPr>
            <a:lstStyle/>
            <a:p>
              <a:r>
                <a:rPr lang="en-US" dirty="0"/>
                <a:t>2</a:t>
              </a:r>
            </a:p>
          </p:txBody>
        </p:sp>
      </p:grpSp>
      <p:sp>
        <p:nvSpPr>
          <p:cNvPr id="8" name="Rounded Rectangular Callout 8">
            <a:extLst>
              <a:ext uri="{FF2B5EF4-FFF2-40B4-BE49-F238E27FC236}">
                <a16:creationId xmlns:a16="http://schemas.microsoft.com/office/drawing/2014/main" id="{5481646A-6B2B-4844-B4B7-CA3FE3C7BCE3}"/>
              </a:ext>
            </a:extLst>
          </p:cNvPr>
          <p:cNvSpPr/>
          <p:nvPr/>
        </p:nvSpPr>
        <p:spPr>
          <a:xfrm>
            <a:off x="6705604" y="4724241"/>
            <a:ext cx="1828800" cy="1143000"/>
          </a:xfrm>
          <a:prstGeom prst="wedgeRoundRectCallout">
            <a:avLst>
              <a:gd name="adj1" fmla="val -107923"/>
              <a:gd name="adj2" fmla="val -145094"/>
              <a:gd name="adj3" fmla="val 16667"/>
            </a:avLst>
          </a:prstGeom>
          <a:solidFill>
            <a:schemeClr val="accent3">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lumMod val="50000"/>
                </a:schemeClr>
              </a:solidFill>
            </a:endParaRPr>
          </a:p>
        </p:txBody>
      </p:sp>
      <p:sp>
        <p:nvSpPr>
          <p:cNvPr id="9" name="TextBox 8">
            <a:extLst>
              <a:ext uri="{FF2B5EF4-FFF2-40B4-BE49-F238E27FC236}">
                <a16:creationId xmlns:a16="http://schemas.microsoft.com/office/drawing/2014/main" id="{F8641884-9B2A-41F0-A8A3-DB74F112B411}"/>
              </a:ext>
            </a:extLst>
          </p:cNvPr>
          <p:cNvSpPr txBox="1"/>
          <p:nvPr/>
        </p:nvSpPr>
        <p:spPr>
          <a:xfrm>
            <a:off x="6743594" y="4815955"/>
            <a:ext cx="1794530" cy="1019959"/>
          </a:xfrm>
          <a:prstGeom prst="rect">
            <a:avLst/>
          </a:prstGeom>
          <a:noFill/>
        </p:spPr>
        <p:txBody>
          <a:bodyPr wrap="none" rtlCol="0">
            <a:spAutoFit/>
          </a:bodyPr>
          <a:lstStyle/>
          <a:p>
            <a:pPr>
              <a:lnSpc>
                <a:spcPts val="2400"/>
              </a:lnSpc>
            </a:pPr>
            <a:r>
              <a:rPr lang="en-US" sz="2400" b="1" dirty="0">
                <a:solidFill>
                  <a:schemeClr val="accent3">
                    <a:lumMod val="50000"/>
                  </a:schemeClr>
                </a:solidFill>
              </a:rPr>
              <a:t>The only</a:t>
            </a:r>
          </a:p>
          <a:p>
            <a:pPr>
              <a:lnSpc>
                <a:spcPts val="2400"/>
              </a:lnSpc>
            </a:pPr>
            <a:r>
              <a:rPr lang="en-US" sz="2400" b="1" dirty="0">
                <a:solidFill>
                  <a:schemeClr val="accent3">
                    <a:lumMod val="50000"/>
                  </a:schemeClr>
                </a:solidFill>
              </a:rPr>
              <a:t>logical</a:t>
            </a:r>
          </a:p>
          <a:p>
            <a:pPr>
              <a:lnSpc>
                <a:spcPts val="2400"/>
              </a:lnSpc>
            </a:pPr>
            <a:r>
              <a:rPr lang="en-US" sz="2400" b="1" dirty="0">
                <a:solidFill>
                  <a:schemeClr val="accent3">
                    <a:lumMod val="50000"/>
                  </a:schemeClr>
                </a:solidFill>
              </a:rPr>
              <a:t>combination</a:t>
            </a:r>
          </a:p>
        </p:txBody>
      </p:sp>
      <p:sp>
        <p:nvSpPr>
          <p:cNvPr id="10" name="Rounded Rectangular Callout 10">
            <a:extLst>
              <a:ext uri="{FF2B5EF4-FFF2-40B4-BE49-F238E27FC236}">
                <a16:creationId xmlns:a16="http://schemas.microsoft.com/office/drawing/2014/main" id="{27752A62-9D5E-4003-B6BF-FCD56A11F39A}"/>
              </a:ext>
            </a:extLst>
          </p:cNvPr>
          <p:cNvSpPr/>
          <p:nvPr/>
        </p:nvSpPr>
        <p:spPr>
          <a:xfrm>
            <a:off x="2819404" y="5257641"/>
            <a:ext cx="1828800" cy="1143000"/>
          </a:xfrm>
          <a:prstGeom prst="wedgeRoundRectCallout">
            <a:avLst>
              <a:gd name="adj1" fmla="val 40408"/>
              <a:gd name="adj2" fmla="val -192327"/>
              <a:gd name="adj3" fmla="val 16667"/>
            </a:avLst>
          </a:prstGeom>
          <a:solidFill>
            <a:srgbClr val="FDC3B9"/>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C3177B60-4585-43B9-A050-D51BFC1929E6}"/>
              </a:ext>
            </a:extLst>
          </p:cNvPr>
          <p:cNvSpPr txBox="1"/>
          <p:nvPr/>
        </p:nvSpPr>
        <p:spPr>
          <a:xfrm>
            <a:off x="2819404" y="5333841"/>
            <a:ext cx="1864036" cy="1066959"/>
          </a:xfrm>
          <a:prstGeom prst="rect">
            <a:avLst/>
          </a:prstGeom>
          <a:noFill/>
        </p:spPr>
        <p:txBody>
          <a:bodyPr wrap="none" rtlCol="0">
            <a:spAutoFit/>
          </a:bodyPr>
          <a:lstStyle/>
          <a:p>
            <a:pPr>
              <a:lnSpc>
                <a:spcPts val="1900"/>
              </a:lnSpc>
            </a:pPr>
            <a:r>
              <a:rPr lang="en-US" sz="1600" dirty="0">
                <a:solidFill>
                  <a:schemeClr val="accent1">
                    <a:lumMod val="50000"/>
                  </a:schemeClr>
                </a:solidFill>
              </a:rPr>
              <a:t>Most commonly,</a:t>
            </a:r>
          </a:p>
          <a:p>
            <a:pPr>
              <a:lnSpc>
                <a:spcPts val="1900"/>
              </a:lnSpc>
            </a:pPr>
            <a:r>
              <a:rPr lang="en-US" sz="1600" dirty="0">
                <a:solidFill>
                  <a:schemeClr val="accent1">
                    <a:lumMod val="50000"/>
                  </a:schemeClr>
                </a:solidFill>
              </a:rPr>
              <a:t>tests are written </a:t>
            </a:r>
          </a:p>
          <a:p>
            <a:pPr>
              <a:lnSpc>
                <a:spcPts val="1900"/>
              </a:lnSpc>
            </a:pPr>
            <a:r>
              <a:rPr lang="en-US" sz="1600" dirty="0">
                <a:solidFill>
                  <a:schemeClr val="accent1">
                    <a:lumMod val="50000"/>
                  </a:schemeClr>
                </a:solidFill>
              </a:rPr>
              <a:t>and executed only</a:t>
            </a:r>
          </a:p>
          <a:p>
            <a:pPr>
              <a:lnSpc>
                <a:spcPts val="1900"/>
              </a:lnSpc>
            </a:pPr>
            <a:r>
              <a:rPr lang="en-US" sz="1600" u="sng" dirty="0">
                <a:solidFill>
                  <a:schemeClr val="accent1">
                    <a:lumMod val="50000"/>
                  </a:schemeClr>
                </a:solidFill>
              </a:rPr>
              <a:t>after</a:t>
            </a:r>
            <a:r>
              <a:rPr lang="en-US" sz="1600" dirty="0">
                <a:solidFill>
                  <a:schemeClr val="accent1">
                    <a:lumMod val="50000"/>
                  </a:schemeClr>
                </a:solidFill>
              </a:rPr>
              <a:t> code is written</a:t>
            </a:r>
          </a:p>
        </p:txBody>
      </p:sp>
      <p:sp>
        <p:nvSpPr>
          <p:cNvPr id="12" name="Rounded Rectangular Callout 12">
            <a:extLst>
              <a:ext uri="{FF2B5EF4-FFF2-40B4-BE49-F238E27FC236}">
                <a16:creationId xmlns:a16="http://schemas.microsoft.com/office/drawing/2014/main" id="{197B8B83-6CCD-47D5-9E88-83726106C59F}"/>
              </a:ext>
            </a:extLst>
          </p:cNvPr>
          <p:cNvSpPr/>
          <p:nvPr/>
        </p:nvSpPr>
        <p:spPr>
          <a:xfrm>
            <a:off x="7848604" y="2057241"/>
            <a:ext cx="1905000" cy="1143000"/>
          </a:xfrm>
          <a:prstGeom prst="wedgeRoundRectCallout">
            <a:avLst>
              <a:gd name="adj1" fmla="val -144077"/>
              <a:gd name="adj2" fmla="val 27029"/>
              <a:gd name="adj3" fmla="val 16667"/>
            </a:avLst>
          </a:prstGeom>
          <a:solidFill>
            <a:srgbClr val="FDC3B9"/>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6A9C4632-7D46-47A0-A60B-D119370B3695}"/>
              </a:ext>
            </a:extLst>
          </p:cNvPr>
          <p:cNvSpPr txBox="1"/>
          <p:nvPr/>
        </p:nvSpPr>
        <p:spPr>
          <a:xfrm>
            <a:off x="7852090" y="2114451"/>
            <a:ext cx="1975926" cy="1066959"/>
          </a:xfrm>
          <a:prstGeom prst="rect">
            <a:avLst/>
          </a:prstGeom>
          <a:noFill/>
        </p:spPr>
        <p:txBody>
          <a:bodyPr wrap="none" rtlCol="0">
            <a:spAutoFit/>
          </a:bodyPr>
          <a:lstStyle/>
          <a:p>
            <a:pPr>
              <a:lnSpc>
                <a:spcPts val="1900"/>
              </a:lnSpc>
            </a:pPr>
            <a:r>
              <a:rPr lang="en-US" sz="1600" dirty="0">
                <a:solidFill>
                  <a:schemeClr val="accent1">
                    <a:lumMod val="50000"/>
                  </a:schemeClr>
                </a:solidFill>
              </a:rPr>
              <a:t>If test fails </a:t>
            </a:r>
          </a:p>
          <a:p>
            <a:pPr>
              <a:lnSpc>
                <a:spcPts val="1900"/>
              </a:lnSpc>
            </a:pPr>
            <a:r>
              <a:rPr lang="en-US" sz="1600" dirty="0">
                <a:solidFill>
                  <a:schemeClr val="accent1">
                    <a:lumMod val="50000"/>
                  </a:schemeClr>
                </a:solidFill>
              </a:rPr>
              <a:t>before code is added,</a:t>
            </a:r>
          </a:p>
          <a:p>
            <a:pPr>
              <a:lnSpc>
                <a:spcPts val="1900"/>
              </a:lnSpc>
            </a:pPr>
            <a:r>
              <a:rPr lang="en-US" sz="1600" dirty="0">
                <a:solidFill>
                  <a:schemeClr val="accent1">
                    <a:lumMod val="50000"/>
                  </a:schemeClr>
                </a:solidFill>
              </a:rPr>
              <a:t>it speaks for </a:t>
            </a:r>
          </a:p>
          <a:p>
            <a:pPr>
              <a:lnSpc>
                <a:spcPts val="1900"/>
              </a:lnSpc>
            </a:pPr>
            <a:r>
              <a:rPr lang="en-US" sz="1600" dirty="0">
                <a:solidFill>
                  <a:schemeClr val="accent1">
                    <a:lumMod val="50000"/>
                  </a:schemeClr>
                </a:solidFill>
              </a:rPr>
              <a:t>goodness of test</a:t>
            </a:r>
          </a:p>
        </p:txBody>
      </p:sp>
      <p:sp>
        <p:nvSpPr>
          <p:cNvPr id="14" name="Rounded Rectangular Callout 14">
            <a:extLst>
              <a:ext uri="{FF2B5EF4-FFF2-40B4-BE49-F238E27FC236}">
                <a16:creationId xmlns:a16="http://schemas.microsoft.com/office/drawing/2014/main" id="{E5E529DA-519D-4098-80F4-7E5F1E7E51AA}"/>
              </a:ext>
            </a:extLst>
          </p:cNvPr>
          <p:cNvSpPr/>
          <p:nvPr/>
        </p:nvSpPr>
        <p:spPr>
          <a:xfrm>
            <a:off x="1596718" y="628431"/>
            <a:ext cx="1756086" cy="1143000"/>
          </a:xfrm>
          <a:prstGeom prst="wedgeRoundRectCallout">
            <a:avLst>
              <a:gd name="adj1" fmla="val 92462"/>
              <a:gd name="adj2" fmla="val 133413"/>
              <a:gd name="adj3" fmla="val 16667"/>
            </a:avLst>
          </a:prstGeom>
          <a:solidFill>
            <a:srgbClr val="FDC3B9"/>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61B59429-5CE1-49E7-8225-78AD665AD33E}"/>
              </a:ext>
            </a:extLst>
          </p:cNvPr>
          <p:cNvSpPr txBox="1"/>
          <p:nvPr/>
        </p:nvSpPr>
        <p:spPr>
          <a:xfrm>
            <a:off x="1600204" y="685641"/>
            <a:ext cx="1829027" cy="1066959"/>
          </a:xfrm>
          <a:prstGeom prst="rect">
            <a:avLst/>
          </a:prstGeom>
          <a:noFill/>
        </p:spPr>
        <p:txBody>
          <a:bodyPr wrap="none" rtlCol="0">
            <a:spAutoFit/>
          </a:bodyPr>
          <a:lstStyle/>
          <a:p>
            <a:pPr>
              <a:lnSpc>
                <a:spcPts val="1900"/>
              </a:lnSpc>
            </a:pPr>
            <a:r>
              <a:rPr lang="en-US" sz="1600" dirty="0">
                <a:solidFill>
                  <a:schemeClr val="accent1">
                    <a:lumMod val="50000"/>
                  </a:schemeClr>
                </a:solidFill>
              </a:rPr>
              <a:t>If test fails </a:t>
            </a:r>
          </a:p>
          <a:p>
            <a:pPr>
              <a:lnSpc>
                <a:spcPts val="1900"/>
              </a:lnSpc>
            </a:pPr>
            <a:r>
              <a:rPr lang="en-US" sz="1600" dirty="0">
                <a:solidFill>
                  <a:schemeClr val="accent1">
                    <a:lumMod val="50000"/>
                  </a:schemeClr>
                </a:solidFill>
              </a:rPr>
              <a:t>after code is added,</a:t>
            </a:r>
          </a:p>
          <a:p>
            <a:pPr>
              <a:lnSpc>
                <a:spcPts val="1900"/>
              </a:lnSpc>
            </a:pPr>
            <a:r>
              <a:rPr lang="en-US" sz="1600" dirty="0">
                <a:solidFill>
                  <a:schemeClr val="accent1">
                    <a:lumMod val="50000"/>
                  </a:schemeClr>
                </a:solidFill>
              </a:rPr>
              <a:t>it speaks for </a:t>
            </a:r>
          </a:p>
          <a:p>
            <a:pPr>
              <a:lnSpc>
                <a:spcPts val="1900"/>
              </a:lnSpc>
            </a:pPr>
            <a:r>
              <a:rPr lang="en-US" sz="1600" dirty="0">
                <a:solidFill>
                  <a:schemeClr val="accent1">
                    <a:lumMod val="50000"/>
                  </a:schemeClr>
                </a:solidFill>
              </a:rPr>
              <a:t>faulty code</a:t>
            </a:r>
          </a:p>
        </p:txBody>
      </p:sp>
      <p:sp>
        <p:nvSpPr>
          <p:cNvPr id="16" name="TextBox 15">
            <a:extLst>
              <a:ext uri="{FF2B5EF4-FFF2-40B4-BE49-F238E27FC236}">
                <a16:creationId xmlns:a16="http://schemas.microsoft.com/office/drawing/2014/main" id="{FBE7B120-C01A-4BDE-ACFF-48C9C5CFD9AA}"/>
              </a:ext>
            </a:extLst>
          </p:cNvPr>
          <p:cNvSpPr txBox="1"/>
          <p:nvPr/>
        </p:nvSpPr>
        <p:spPr>
          <a:xfrm>
            <a:off x="4065944" y="76200"/>
            <a:ext cx="5840060" cy="923330"/>
          </a:xfrm>
          <a:prstGeom prst="rect">
            <a:avLst/>
          </a:prstGeom>
          <a:noFill/>
        </p:spPr>
        <p:txBody>
          <a:bodyPr wrap="none" rtlCol="0">
            <a:spAutoFit/>
          </a:bodyPr>
          <a:lstStyle/>
          <a:p>
            <a:r>
              <a:rPr lang="en-US" sz="5400" u="sng" dirty="0">
                <a:solidFill>
                  <a:schemeClr val="accent3">
                    <a:lumMod val="50000"/>
                  </a:schemeClr>
                </a:solidFill>
                <a:latin typeface="Arial" pitchFamily="34" charset="0"/>
                <a:cs typeface="Arial" pitchFamily="34" charset="0"/>
              </a:rPr>
              <a:t>TDD - Justification</a:t>
            </a:r>
          </a:p>
        </p:txBody>
      </p:sp>
      <p:pic>
        <p:nvPicPr>
          <p:cNvPr id="17" name="Picture 1">
            <a:extLst>
              <a:ext uri="{FF2B5EF4-FFF2-40B4-BE49-F238E27FC236}">
                <a16:creationId xmlns:a16="http://schemas.microsoft.com/office/drawing/2014/main" id="{7DAE15BF-493C-49FE-8DFB-0C979AC8E32C}"/>
              </a:ext>
            </a:extLst>
          </p:cNvPr>
          <p:cNvPicPr>
            <a:picLocks noChangeAspect="1" noChangeArrowheads="1"/>
          </p:cNvPicPr>
          <p:nvPr/>
        </p:nvPicPr>
        <p:blipFill>
          <a:blip r:embed="rId2" cstate="print"/>
          <a:srcRect/>
          <a:stretch>
            <a:fillRect/>
          </a:stretch>
        </p:blipFill>
        <p:spPr bwMode="auto">
          <a:xfrm>
            <a:off x="4143379" y="1676400"/>
            <a:ext cx="1828800" cy="1885507"/>
          </a:xfrm>
          <a:prstGeom prst="rect">
            <a:avLst/>
          </a:prstGeom>
          <a:noFill/>
          <a:ln w="9525">
            <a:noFill/>
            <a:miter lim="800000"/>
            <a:headEnd/>
            <a:tailEnd/>
          </a:ln>
          <a:effectLst/>
        </p:spPr>
      </p:pic>
      <p:pic>
        <p:nvPicPr>
          <p:cNvPr id="18" name="Picture 2">
            <a:extLst>
              <a:ext uri="{FF2B5EF4-FFF2-40B4-BE49-F238E27FC236}">
                <a16:creationId xmlns:a16="http://schemas.microsoft.com/office/drawing/2014/main" id="{0C984921-D6A3-4BDD-A996-E98F6F924572}"/>
              </a:ext>
            </a:extLst>
          </p:cNvPr>
          <p:cNvPicPr>
            <a:picLocks noChangeAspect="1" noChangeArrowheads="1"/>
          </p:cNvPicPr>
          <p:nvPr/>
        </p:nvPicPr>
        <p:blipFill>
          <a:blip r:embed="rId3" cstate="print"/>
          <a:srcRect/>
          <a:stretch>
            <a:fillRect/>
          </a:stretch>
        </p:blipFill>
        <p:spPr bwMode="auto">
          <a:xfrm>
            <a:off x="1266829" y="2781300"/>
            <a:ext cx="2892778" cy="762000"/>
          </a:xfrm>
          <a:prstGeom prst="rect">
            <a:avLst/>
          </a:prstGeom>
          <a:noFill/>
          <a:ln w="9525">
            <a:noFill/>
            <a:miter lim="800000"/>
            <a:headEnd/>
            <a:tailEnd/>
          </a:ln>
          <a:effectLst/>
        </p:spPr>
      </p:pic>
    </p:spTree>
    <p:extLst>
      <p:ext uri="{BB962C8B-B14F-4D97-AF65-F5344CB8AC3E}">
        <p14:creationId xmlns:p14="http://schemas.microsoft.com/office/powerpoint/2010/main" val="3540260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833D082-F3B5-4AF3-B1E2-B61785F10E9E}"/>
              </a:ext>
            </a:extLst>
          </p:cNvPr>
          <p:cNvGrpSpPr/>
          <p:nvPr/>
        </p:nvGrpSpPr>
        <p:grpSpPr>
          <a:xfrm>
            <a:off x="153605" y="145106"/>
            <a:ext cx="335559" cy="369332"/>
            <a:chOff x="369116" y="375299"/>
            <a:chExt cx="335559" cy="369332"/>
          </a:xfrm>
        </p:grpSpPr>
        <p:sp>
          <p:nvSpPr>
            <p:cNvPr id="6" name="Oval 5">
              <a:extLst>
                <a:ext uri="{FF2B5EF4-FFF2-40B4-BE49-F238E27FC236}">
                  <a16:creationId xmlns:a16="http://schemas.microsoft.com/office/drawing/2014/main" id="{6EB117B2-B40C-4CD1-9C58-A36211000B73}"/>
                </a:ext>
              </a:extLst>
            </p:cNvPr>
            <p:cNvSpPr/>
            <p:nvPr/>
          </p:nvSpPr>
          <p:spPr>
            <a:xfrm>
              <a:off x="369116" y="411061"/>
              <a:ext cx="335559" cy="29780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DC16D9-3812-4744-870D-66AC78368DCD}"/>
                </a:ext>
              </a:extLst>
            </p:cNvPr>
            <p:cNvSpPr txBox="1"/>
            <p:nvPr/>
          </p:nvSpPr>
          <p:spPr>
            <a:xfrm>
              <a:off x="394601" y="375299"/>
              <a:ext cx="301686" cy="369332"/>
            </a:xfrm>
            <a:prstGeom prst="rect">
              <a:avLst/>
            </a:prstGeom>
            <a:noFill/>
          </p:spPr>
          <p:txBody>
            <a:bodyPr wrap="none" rtlCol="0">
              <a:spAutoFit/>
            </a:bodyPr>
            <a:lstStyle/>
            <a:p>
              <a:r>
                <a:rPr lang="en-US" dirty="0"/>
                <a:t>3</a:t>
              </a:r>
            </a:p>
          </p:txBody>
        </p:sp>
      </p:grpSp>
      <p:sp>
        <p:nvSpPr>
          <p:cNvPr id="14" name="TextBox 13">
            <a:extLst>
              <a:ext uri="{FF2B5EF4-FFF2-40B4-BE49-F238E27FC236}">
                <a16:creationId xmlns:a16="http://schemas.microsoft.com/office/drawing/2014/main" id="{154898D7-A32B-44BB-93B6-8AFDFE451AE3}"/>
              </a:ext>
            </a:extLst>
          </p:cNvPr>
          <p:cNvSpPr txBox="1"/>
          <p:nvPr/>
        </p:nvSpPr>
        <p:spPr>
          <a:xfrm>
            <a:off x="5675939" y="3355728"/>
            <a:ext cx="486030" cy="402290"/>
          </a:xfrm>
          <a:prstGeom prst="rect">
            <a:avLst/>
          </a:prstGeom>
          <a:noFill/>
        </p:spPr>
        <p:txBody>
          <a:bodyPr wrap="none" rtlCol="0">
            <a:spAutoFit/>
          </a:bodyPr>
          <a:lstStyle/>
          <a:p>
            <a:pPr algn="ctr">
              <a:lnSpc>
                <a:spcPts val="1200"/>
              </a:lnSpc>
            </a:pPr>
            <a:r>
              <a:rPr lang="en-US" sz="1200" dirty="0">
                <a:solidFill>
                  <a:schemeClr val="accent1">
                    <a:lumMod val="50000"/>
                  </a:schemeClr>
                </a:solidFill>
              </a:rPr>
              <a:t>Unit </a:t>
            </a:r>
          </a:p>
          <a:p>
            <a:pPr algn="ctr">
              <a:lnSpc>
                <a:spcPts val="1200"/>
              </a:lnSpc>
            </a:pPr>
            <a:r>
              <a:rPr lang="en-US" sz="1200" dirty="0">
                <a:solidFill>
                  <a:schemeClr val="accent1">
                    <a:lumMod val="50000"/>
                  </a:schemeClr>
                </a:solidFill>
              </a:rPr>
              <a:t>Test</a:t>
            </a:r>
          </a:p>
        </p:txBody>
      </p:sp>
      <p:sp>
        <p:nvSpPr>
          <p:cNvPr id="15" name="TextBox 14">
            <a:extLst>
              <a:ext uri="{FF2B5EF4-FFF2-40B4-BE49-F238E27FC236}">
                <a16:creationId xmlns:a16="http://schemas.microsoft.com/office/drawing/2014/main" id="{8ADED182-1C7B-44A9-AC27-A6377F68E2F1}"/>
              </a:ext>
            </a:extLst>
          </p:cNvPr>
          <p:cNvSpPr txBox="1"/>
          <p:nvPr/>
        </p:nvSpPr>
        <p:spPr>
          <a:xfrm>
            <a:off x="5445756" y="2743200"/>
            <a:ext cx="959517" cy="400110"/>
          </a:xfrm>
          <a:prstGeom prst="rect">
            <a:avLst/>
          </a:prstGeom>
          <a:noFill/>
        </p:spPr>
        <p:txBody>
          <a:bodyPr wrap="square" rtlCol="0">
            <a:spAutoFit/>
          </a:bodyPr>
          <a:lstStyle/>
          <a:p>
            <a:pPr algn="ctr">
              <a:lnSpc>
                <a:spcPts val="1200"/>
              </a:lnSpc>
            </a:pPr>
            <a:r>
              <a:rPr lang="en-US" sz="1200" dirty="0">
                <a:solidFill>
                  <a:schemeClr val="accent1">
                    <a:lumMod val="50000"/>
                  </a:schemeClr>
                </a:solidFill>
              </a:rPr>
              <a:t>Test</a:t>
            </a:r>
          </a:p>
          <a:p>
            <a:pPr algn="ctr">
              <a:lnSpc>
                <a:spcPts val="1200"/>
              </a:lnSpc>
            </a:pPr>
            <a:r>
              <a:rPr lang="en-US" sz="1200" dirty="0">
                <a:solidFill>
                  <a:schemeClr val="accent1">
                    <a:lumMod val="50000"/>
                  </a:schemeClr>
                </a:solidFill>
              </a:rPr>
              <a:t>Essentials</a:t>
            </a:r>
          </a:p>
        </p:txBody>
      </p:sp>
      <p:sp>
        <p:nvSpPr>
          <p:cNvPr id="16" name="TextBox 15">
            <a:extLst>
              <a:ext uri="{FF2B5EF4-FFF2-40B4-BE49-F238E27FC236}">
                <a16:creationId xmlns:a16="http://schemas.microsoft.com/office/drawing/2014/main" id="{236E9389-A406-46B7-8960-B87FE267E621}"/>
              </a:ext>
            </a:extLst>
          </p:cNvPr>
          <p:cNvSpPr txBox="1"/>
          <p:nvPr/>
        </p:nvSpPr>
        <p:spPr>
          <a:xfrm>
            <a:off x="5445436" y="3962400"/>
            <a:ext cx="896591" cy="402290"/>
          </a:xfrm>
          <a:prstGeom prst="rect">
            <a:avLst/>
          </a:prstGeom>
          <a:noFill/>
        </p:spPr>
        <p:txBody>
          <a:bodyPr wrap="none" rtlCol="0">
            <a:spAutoFit/>
          </a:bodyPr>
          <a:lstStyle/>
          <a:p>
            <a:pPr algn="ctr">
              <a:lnSpc>
                <a:spcPts val="1200"/>
              </a:lnSpc>
            </a:pPr>
            <a:r>
              <a:rPr lang="en-US" sz="1200" dirty="0">
                <a:solidFill>
                  <a:schemeClr val="accent1">
                    <a:lumMod val="50000"/>
                  </a:schemeClr>
                </a:solidFill>
              </a:rPr>
              <a:t>Continuous</a:t>
            </a:r>
          </a:p>
          <a:p>
            <a:pPr algn="ctr">
              <a:lnSpc>
                <a:spcPts val="1200"/>
              </a:lnSpc>
            </a:pPr>
            <a:r>
              <a:rPr lang="en-US" sz="1200" dirty="0">
                <a:solidFill>
                  <a:schemeClr val="accent1">
                    <a:lumMod val="50000"/>
                  </a:schemeClr>
                </a:solidFill>
              </a:rPr>
              <a:t>Delivery</a:t>
            </a:r>
          </a:p>
        </p:txBody>
      </p:sp>
      <p:sp>
        <p:nvSpPr>
          <p:cNvPr id="17" name="Rounded Rectangle 22">
            <a:extLst>
              <a:ext uri="{FF2B5EF4-FFF2-40B4-BE49-F238E27FC236}">
                <a16:creationId xmlns:a16="http://schemas.microsoft.com/office/drawing/2014/main" id="{BD5777A8-7E9B-4F2F-80A6-434C59D591EB}"/>
              </a:ext>
            </a:extLst>
          </p:cNvPr>
          <p:cNvSpPr/>
          <p:nvPr/>
        </p:nvSpPr>
        <p:spPr>
          <a:xfrm>
            <a:off x="5420530" y="3886200"/>
            <a:ext cx="990600" cy="53340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ounded Rectangle 24">
            <a:extLst>
              <a:ext uri="{FF2B5EF4-FFF2-40B4-BE49-F238E27FC236}">
                <a16:creationId xmlns:a16="http://schemas.microsoft.com/office/drawing/2014/main" id="{3B4CA268-DF7A-4A9C-AD84-0FEBB0706F5A}"/>
              </a:ext>
            </a:extLst>
          </p:cNvPr>
          <p:cNvSpPr/>
          <p:nvPr/>
        </p:nvSpPr>
        <p:spPr>
          <a:xfrm>
            <a:off x="5420530" y="2667000"/>
            <a:ext cx="990600" cy="53340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ounded Rectangle 29">
            <a:extLst>
              <a:ext uri="{FF2B5EF4-FFF2-40B4-BE49-F238E27FC236}">
                <a16:creationId xmlns:a16="http://schemas.microsoft.com/office/drawing/2014/main" id="{42FCE382-3157-4478-8BDF-65BDF8E9CD1A}"/>
              </a:ext>
            </a:extLst>
          </p:cNvPr>
          <p:cNvSpPr/>
          <p:nvPr/>
        </p:nvSpPr>
        <p:spPr>
          <a:xfrm>
            <a:off x="5420530" y="3279528"/>
            <a:ext cx="990600" cy="53340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97ABAF0B-81C9-413C-BD6F-3F99AE0799B5}"/>
              </a:ext>
            </a:extLst>
          </p:cNvPr>
          <p:cNvSpPr txBox="1"/>
          <p:nvPr/>
        </p:nvSpPr>
        <p:spPr>
          <a:xfrm>
            <a:off x="4043074" y="2743200"/>
            <a:ext cx="1385572" cy="307777"/>
          </a:xfrm>
          <a:prstGeom prst="rect">
            <a:avLst/>
          </a:prstGeom>
          <a:noFill/>
        </p:spPr>
        <p:txBody>
          <a:bodyPr wrap="none" rtlCol="0">
            <a:spAutoFit/>
          </a:bodyPr>
          <a:lstStyle/>
          <a:p>
            <a:r>
              <a:rPr lang="en-US" sz="1400" b="1" dirty="0">
                <a:solidFill>
                  <a:schemeClr val="bg1">
                    <a:lumMod val="65000"/>
                  </a:schemeClr>
                </a:solidFill>
              </a:rPr>
              <a:t>Select best tests</a:t>
            </a:r>
          </a:p>
        </p:txBody>
      </p:sp>
      <p:sp>
        <p:nvSpPr>
          <p:cNvPr id="21" name="TextBox 20">
            <a:extLst>
              <a:ext uri="{FF2B5EF4-FFF2-40B4-BE49-F238E27FC236}">
                <a16:creationId xmlns:a16="http://schemas.microsoft.com/office/drawing/2014/main" id="{1C039921-BAC6-43D7-BB71-E87BB565DF4E}"/>
              </a:ext>
            </a:extLst>
          </p:cNvPr>
          <p:cNvSpPr txBox="1"/>
          <p:nvPr/>
        </p:nvSpPr>
        <p:spPr>
          <a:xfrm>
            <a:off x="3890674" y="3352800"/>
            <a:ext cx="1562223" cy="307777"/>
          </a:xfrm>
          <a:prstGeom prst="rect">
            <a:avLst/>
          </a:prstGeom>
          <a:noFill/>
        </p:spPr>
        <p:txBody>
          <a:bodyPr wrap="none" rtlCol="0">
            <a:spAutoFit/>
          </a:bodyPr>
          <a:lstStyle/>
          <a:p>
            <a:r>
              <a:rPr lang="en-US" sz="1400" b="1" dirty="0">
                <a:solidFill>
                  <a:schemeClr val="bg1">
                    <a:lumMod val="65000"/>
                  </a:schemeClr>
                </a:solidFill>
              </a:rPr>
              <a:t>Fail, Pass, Refactor</a:t>
            </a:r>
          </a:p>
        </p:txBody>
      </p:sp>
      <p:sp>
        <p:nvSpPr>
          <p:cNvPr id="22" name="TextBox 21">
            <a:extLst>
              <a:ext uri="{FF2B5EF4-FFF2-40B4-BE49-F238E27FC236}">
                <a16:creationId xmlns:a16="http://schemas.microsoft.com/office/drawing/2014/main" id="{0898DCDC-39ED-4A41-A8FE-2D47B3F571C3}"/>
              </a:ext>
            </a:extLst>
          </p:cNvPr>
          <p:cNvSpPr txBox="1"/>
          <p:nvPr/>
        </p:nvSpPr>
        <p:spPr>
          <a:xfrm>
            <a:off x="3783864" y="4038600"/>
            <a:ext cx="1665712" cy="307777"/>
          </a:xfrm>
          <a:prstGeom prst="rect">
            <a:avLst/>
          </a:prstGeom>
          <a:noFill/>
        </p:spPr>
        <p:txBody>
          <a:bodyPr wrap="none" rtlCol="0">
            <a:spAutoFit/>
          </a:bodyPr>
          <a:lstStyle/>
          <a:p>
            <a:pPr algn="r"/>
            <a:r>
              <a:rPr lang="en-US" sz="1400" b="1" dirty="0">
                <a:solidFill>
                  <a:schemeClr val="bg1">
                    <a:lumMod val="65000"/>
                  </a:schemeClr>
                </a:solidFill>
              </a:rPr>
              <a:t>Merge each commit</a:t>
            </a:r>
          </a:p>
        </p:txBody>
      </p:sp>
    </p:spTree>
    <p:extLst>
      <p:ext uri="{BB962C8B-B14F-4D97-AF65-F5344CB8AC3E}">
        <p14:creationId xmlns:p14="http://schemas.microsoft.com/office/powerpoint/2010/main" val="4265674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5D54BB5-45F1-4549-8CDA-938E85C75A48}"/>
              </a:ext>
            </a:extLst>
          </p:cNvPr>
          <p:cNvGrpSpPr/>
          <p:nvPr/>
        </p:nvGrpSpPr>
        <p:grpSpPr>
          <a:xfrm>
            <a:off x="220174" y="168646"/>
            <a:ext cx="335559" cy="369332"/>
            <a:chOff x="369116" y="375299"/>
            <a:chExt cx="335559" cy="369332"/>
          </a:xfrm>
        </p:grpSpPr>
        <p:sp>
          <p:nvSpPr>
            <p:cNvPr id="6" name="Oval 5">
              <a:extLst>
                <a:ext uri="{FF2B5EF4-FFF2-40B4-BE49-F238E27FC236}">
                  <a16:creationId xmlns:a16="http://schemas.microsoft.com/office/drawing/2014/main" id="{46B6ABFB-0587-43A2-95FC-FB57C6F98FDF}"/>
                </a:ext>
              </a:extLst>
            </p:cNvPr>
            <p:cNvSpPr/>
            <p:nvPr/>
          </p:nvSpPr>
          <p:spPr>
            <a:xfrm>
              <a:off x="369116" y="411061"/>
              <a:ext cx="335559" cy="29780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2421CAC-5AD4-40A1-BC99-C7B4C2313F1C}"/>
                </a:ext>
              </a:extLst>
            </p:cNvPr>
            <p:cNvSpPr txBox="1"/>
            <p:nvPr/>
          </p:nvSpPr>
          <p:spPr>
            <a:xfrm>
              <a:off x="394601" y="375299"/>
              <a:ext cx="301686" cy="369332"/>
            </a:xfrm>
            <a:prstGeom prst="rect">
              <a:avLst/>
            </a:prstGeom>
            <a:noFill/>
          </p:spPr>
          <p:txBody>
            <a:bodyPr wrap="none" rtlCol="0">
              <a:spAutoFit/>
            </a:bodyPr>
            <a:lstStyle/>
            <a:p>
              <a:r>
                <a:rPr lang="en-US" dirty="0"/>
                <a:t>4</a:t>
              </a:r>
            </a:p>
          </p:txBody>
        </p:sp>
      </p:grpSp>
      <p:sp>
        <p:nvSpPr>
          <p:cNvPr id="13" name="TextBox 12">
            <a:extLst>
              <a:ext uri="{FF2B5EF4-FFF2-40B4-BE49-F238E27FC236}">
                <a16:creationId xmlns:a16="http://schemas.microsoft.com/office/drawing/2014/main" id="{5999A042-6F2C-4065-931B-20880650766B}"/>
              </a:ext>
            </a:extLst>
          </p:cNvPr>
          <p:cNvSpPr txBox="1"/>
          <p:nvPr/>
        </p:nvSpPr>
        <p:spPr>
          <a:xfrm>
            <a:off x="5616549" y="3355728"/>
            <a:ext cx="486030" cy="402290"/>
          </a:xfrm>
          <a:prstGeom prst="rect">
            <a:avLst/>
          </a:prstGeom>
          <a:noFill/>
        </p:spPr>
        <p:txBody>
          <a:bodyPr wrap="none" rtlCol="0">
            <a:spAutoFit/>
          </a:bodyPr>
          <a:lstStyle/>
          <a:p>
            <a:pPr algn="ctr">
              <a:lnSpc>
                <a:spcPts val="1200"/>
              </a:lnSpc>
            </a:pPr>
            <a:r>
              <a:rPr lang="en-US" sz="1200" dirty="0">
                <a:solidFill>
                  <a:schemeClr val="accent1">
                    <a:lumMod val="50000"/>
                  </a:schemeClr>
                </a:solidFill>
              </a:rPr>
              <a:t>Unit </a:t>
            </a:r>
          </a:p>
          <a:p>
            <a:pPr algn="ctr">
              <a:lnSpc>
                <a:spcPts val="1200"/>
              </a:lnSpc>
            </a:pPr>
            <a:r>
              <a:rPr lang="en-US" sz="1200" dirty="0">
                <a:solidFill>
                  <a:schemeClr val="accent1">
                    <a:lumMod val="50000"/>
                  </a:schemeClr>
                </a:solidFill>
              </a:rPr>
              <a:t>Test</a:t>
            </a:r>
          </a:p>
        </p:txBody>
      </p:sp>
      <p:sp>
        <p:nvSpPr>
          <p:cNvPr id="14" name="TextBox 13">
            <a:extLst>
              <a:ext uri="{FF2B5EF4-FFF2-40B4-BE49-F238E27FC236}">
                <a16:creationId xmlns:a16="http://schemas.microsoft.com/office/drawing/2014/main" id="{2D09A41B-E136-4EBF-9F5F-0AAA39656AC9}"/>
              </a:ext>
            </a:extLst>
          </p:cNvPr>
          <p:cNvSpPr txBox="1"/>
          <p:nvPr/>
        </p:nvSpPr>
        <p:spPr>
          <a:xfrm>
            <a:off x="5386366" y="2743200"/>
            <a:ext cx="959517" cy="400110"/>
          </a:xfrm>
          <a:prstGeom prst="rect">
            <a:avLst/>
          </a:prstGeom>
          <a:noFill/>
        </p:spPr>
        <p:txBody>
          <a:bodyPr wrap="square" rtlCol="0">
            <a:spAutoFit/>
          </a:bodyPr>
          <a:lstStyle/>
          <a:p>
            <a:pPr algn="ctr">
              <a:lnSpc>
                <a:spcPts val="1200"/>
              </a:lnSpc>
            </a:pPr>
            <a:r>
              <a:rPr lang="en-US" sz="1200" dirty="0">
                <a:solidFill>
                  <a:schemeClr val="accent1">
                    <a:lumMod val="50000"/>
                  </a:schemeClr>
                </a:solidFill>
              </a:rPr>
              <a:t>Test</a:t>
            </a:r>
          </a:p>
          <a:p>
            <a:pPr algn="ctr">
              <a:lnSpc>
                <a:spcPts val="1200"/>
              </a:lnSpc>
            </a:pPr>
            <a:r>
              <a:rPr lang="en-US" sz="1200" dirty="0">
                <a:solidFill>
                  <a:schemeClr val="accent1">
                    <a:lumMod val="50000"/>
                  </a:schemeClr>
                </a:solidFill>
              </a:rPr>
              <a:t>Essentials</a:t>
            </a:r>
          </a:p>
        </p:txBody>
      </p:sp>
      <p:sp>
        <p:nvSpPr>
          <p:cNvPr id="15" name="TextBox 14">
            <a:extLst>
              <a:ext uri="{FF2B5EF4-FFF2-40B4-BE49-F238E27FC236}">
                <a16:creationId xmlns:a16="http://schemas.microsoft.com/office/drawing/2014/main" id="{213771DB-6D8C-4F53-BA94-4EA2BD00390F}"/>
              </a:ext>
            </a:extLst>
          </p:cNvPr>
          <p:cNvSpPr txBox="1"/>
          <p:nvPr/>
        </p:nvSpPr>
        <p:spPr>
          <a:xfrm>
            <a:off x="5386046" y="3962400"/>
            <a:ext cx="896591" cy="402290"/>
          </a:xfrm>
          <a:prstGeom prst="rect">
            <a:avLst/>
          </a:prstGeom>
          <a:noFill/>
        </p:spPr>
        <p:txBody>
          <a:bodyPr wrap="none" rtlCol="0">
            <a:spAutoFit/>
          </a:bodyPr>
          <a:lstStyle/>
          <a:p>
            <a:pPr algn="ctr">
              <a:lnSpc>
                <a:spcPts val="1200"/>
              </a:lnSpc>
            </a:pPr>
            <a:r>
              <a:rPr lang="en-US" sz="1200" dirty="0">
                <a:solidFill>
                  <a:schemeClr val="accent1">
                    <a:lumMod val="50000"/>
                  </a:schemeClr>
                </a:solidFill>
              </a:rPr>
              <a:t>Continuous</a:t>
            </a:r>
          </a:p>
          <a:p>
            <a:pPr algn="ctr">
              <a:lnSpc>
                <a:spcPts val="1200"/>
              </a:lnSpc>
            </a:pPr>
            <a:r>
              <a:rPr lang="en-US" sz="1200" dirty="0">
                <a:solidFill>
                  <a:schemeClr val="accent1">
                    <a:lumMod val="50000"/>
                  </a:schemeClr>
                </a:solidFill>
              </a:rPr>
              <a:t>Delivery</a:t>
            </a:r>
          </a:p>
        </p:txBody>
      </p:sp>
      <p:sp>
        <p:nvSpPr>
          <p:cNvPr id="16" name="Rounded Rectangle 22">
            <a:extLst>
              <a:ext uri="{FF2B5EF4-FFF2-40B4-BE49-F238E27FC236}">
                <a16:creationId xmlns:a16="http://schemas.microsoft.com/office/drawing/2014/main" id="{BFEE52BA-66E6-4A5F-A23C-9C8356BE662C}"/>
              </a:ext>
            </a:extLst>
          </p:cNvPr>
          <p:cNvSpPr/>
          <p:nvPr/>
        </p:nvSpPr>
        <p:spPr>
          <a:xfrm>
            <a:off x="5361140" y="3886200"/>
            <a:ext cx="990600" cy="53340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ounded Rectangle 24">
            <a:extLst>
              <a:ext uri="{FF2B5EF4-FFF2-40B4-BE49-F238E27FC236}">
                <a16:creationId xmlns:a16="http://schemas.microsoft.com/office/drawing/2014/main" id="{916B3334-991B-45E3-BFC4-537CBF9B1175}"/>
              </a:ext>
            </a:extLst>
          </p:cNvPr>
          <p:cNvSpPr/>
          <p:nvPr/>
        </p:nvSpPr>
        <p:spPr>
          <a:xfrm>
            <a:off x="5361140" y="2667000"/>
            <a:ext cx="990600" cy="53340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ounded Rectangle 29">
            <a:extLst>
              <a:ext uri="{FF2B5EF4-FFF2-40B4-BE49-F238E27FC236}">
                <a16:creationId xmlns:a16="http://schemas.microsoft.com/office/drawing/2014/main" id="{474C73BF-2C6C-4888-A355-3833C496CAC1}"/>
              </a:ext>
            </a:extLst>
          </p:cNvPr>
          <p:cNvSpPr/>
          <p:nvPr/>
        </p:nvSpPr>
        <p:spPr>
          <a:xfrm>
            <a:off x="5361140" y="3279528"/>
            <a:ext cx="990600" cy="53340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8B032A01-688F-48BC-A314-6A07AED08CA9}"/>
              </a:ext>
            </a:extLst>
          </p:cNvPr>
          <p:cNvSpPr txBox="1"/>
          <p:nvPr/>
        </p:nvSpPr>
        <p:spPr>
          <a:xfrm>
            <a:off x="3755084" y="2590800"/>
            <a:ext cx="1676400" cy="523220"/>
          </a:xfrm>
          <a:prstGeom prst="rect">
            <a:avLst/>
          </a:prstGeom>
          <a:noFill/>
        </p:spPr>
        <p:txBody>
          <a:bodyPr wrap="square" rtlCol="0">
            <a:spAutoFit/>
          </a:bodyPr>
          <a:lstStyle/>
          <a:p>
            <a:r>
              <a:rPr lang="en-US" sz="1400" b="1" dirty="0">
                <a:solidFill>
                  <a:schemeClr val="bg1">
                    <a:lumMod val="65000"/>
                  </a:schemeClr>
                </a:solidFill>
              </a:rPr>
              <a:t>Do not intertwine test data with steps</a:t>
            </a:r>
          </a:p>
        </p:txBody>
      </p:sp>
      <p:sp>
        <p:nvSpPr>
          <p:cNvPr id="20" name="TextBox 19">
            <a:extLst>
              <a:ext uri="{FF2B5EF4-FFF2-40B4-BE49-F238E27FC236}">
                <a16:creationId xmlns:a16="http://schemas.microsoft.com/office/drawing/2014/main" id="{7C5136F0-733D-45E4-97C2-43F4E6A896D3}"/>
              </a:ext>
            </a:extLst>
          </p:cNvPr>
          <p:cNvSpPr txBox="1"/>
          <p:nvPr/>
        </p:nvSpPr>
        <p:spPr>
          <a:xfrm>
            <a:off x="3526484" y="3200400"/>
            <a:ext cx="1905000" cy="523220"/>
          </a:xfrm>
          <a:prstGeom prst="rect">
            <a:avLst/>
          </a:prstGeom>
          <a:noFill/>
        </p:spPr>
        <p:txBody>
          <a:bodyPr wrap="square" rtlCol="0">
            <a:spAutoFit/>
          </a:bodyPr>
          <a:lstStyle/>
          <a:p>
            <a:r>
              <a:rPr lang="en-US" sz="1400" b="1" dirty="0">
                <a:solidFill>
                  <a:schemeClr val="bg1">
                    <a:lumMod val="65000"/>
                  </a:schemeClr>
                </a:solidFill>
              </a:rPr>
              <a:t>Do not change code unless get a failing test</a:t>
            </a:r>
          </a:p>
        </p:txBody>
      </p:sp>
      <p:sp>
        <p:nvSpPr>
          <p:cNvPr id="21" name="TextBox 20">
            <a:extLst>
              <a:ext uri="{FF2B5EF4-FFF2-40B4-BE49-F238E27FC236}">
                <a16:creationId xmlns:a16="http://schemas.microsoft.com/office/drawing/2014/main" id="{573059A6-F2CB-4471-9B87-E738D818FA05}"/>
              </a:ext>
            </a:extLst>
          </p:cNvPr>
          <p:cNvSpPr txBox="1"/>
          <p:nvPr/>
        </p:nvSpPr>
        <p:spPr>
          <a:xfrm>
            <a:off x="3526484" y="3867150"/>
            <a:ext cx="1828800" cy="523220"/>
          </a:xfrm>
          <a:prstGeom prst="rect">
            <a:avLst/>
          </a:prstGeom>
          <a:noFill/>
        </p:spPr>
        <p:txBody>
          <a:bodyPr wrap="square" rtlCol="0">
            <a:spAutoFit/>
          </a:bodyPr>
          <a:lstStyle/>
          <a:p>
            <a:r>
              <a:rPr lang="en-US" sz="1400" b="1" dirty="0">
                <a:solidFill>
                  <a:schemeClr val="bg1">
                    <a:lumMod val="65000"/>
                  </a:schemeClr>
                </a:solidFill>
              </a:rPr>
              <a:t>Do not toggle features if you can split them</a:t>
            </a:r>
          </a:p>
        </p:txBody>
      </p:sp>
    </p:spTree>
    <p:extLst>
      <p:ext uri="{BB962C8B-B14F-4D97-AF65-F5344CB8AC3E}">
        <p14:creationId xmlns:p14="http://schemas.microsoft.com/office/powerpoint/2010/main" val="4028436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2E51296B-F09F-47BA-B749-01F0768F5DB3}"/>
              </a:ext>
            </a:extLst>
          </p:cNvPr>
          <p:cNvGrpSpPr/>
          <p:nvPr/>
        </p:nvGrpSpPr>
        <p:grpSpPr>
          <a:xfrm>
            <a:off x="143745" y="98148"/>
            <a:ext cx="335559" cy="369332"/>
            <a:chOff x="369116" y="375299"/>
            <a:chExt cx="335559" cy="369332"/>
          </a:xfrm>
        </p:grpSpPr>
        <p:sp>
          <p:nvSpPr>
            <p:cNvPr id="7" name="Oval 6">
              <a:extLst>
                <a:ext uri="{FF2B5EF4-FFF2-40B4-BE49-F238E27FC236}">
                  <a16:creationId xmlns:a16="http://schemas.microsoft.com/office/drawing/2014/main" id="{D716B59E-88A0-47FA-87E5-3B64DE0BCA0A}"/>
                </a:ext>
              </a:extLst>
            </p:cNvPr>
            <p:cNvSpPr/>
            <p:nvPr/>
          </p:nvSpPr>
          <p:spPr>
            <a:xfrm>
              <a:off x="369116" y="411061"/>
              <a:ext cx="335559" cy="29780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68EFEC9-C482-42B0-89C8-C7D5257CB3BE}"/>
                </a:ext>
              </a:extLst>
            </p:cNvPr>
            <p:cNvSpPr txBox="1"/>
            <p:nvPr/>
          </p:nvSpPr>
          <p:spPr>
            <a:xfrm>
              <a:off x="394601" y="375299"/>
              <a:ext cx="301686" cy="369332"/>
            </a:xfrm>
            <a:prstGeom prst="rect">
              <a:avLst/>
            </a:prstGeom>
            <a:noFill/>
          </p:spPr>
          <p:txBody>
            <a:bodyPr wrap="none" rtlCol="0">
              <a:spAutoFit/>
            </a:bodyPr>
            <a:lstStyle/>
            <a:p>
              <a:r>
                <a:rPr lang="en-US" dirty="0"/>
                <a:t>5</a:t>
              </a:r>
            </a:p>
          </p:txBody>
        </p:sp>
      </p:grpSp>
      <p:grpSp>
        <p:nvGrpSpPr>
          <p:cNvPr id="12" name="Group 11">
            <a:extLst>
              <a:ext uri="{FF2B5EF4-FFF2-40B4-BE49-F238E27FC236}">
                <a16:creationId xmlns:a16="http://schemas.microsoft.com/office/drawing/2014/main" id="{37CD5F35-1965-46DC-A8FB-908E0481ECFB}"/>
              </a:ext>
            </a:extLst>
          </p:cNvPr>
          <p:cNvGrpSpPr/>
          <p:nvPr/>
        </p:nvGrpSpPr>
        <p:grpSpPr>
          <a:xfrm>
            <a:off x="3375214" y="748552"/>
            <a:ext cx="3471460" cy="2977376"/>
            <a:chOff x="2614104" y="1260088"/>
            <a:chExt cx="4628613" cy="3969834"/>
          </a:xfrm>
        </p:grpSpPr>
        <p:sp>
          <p:nvSpPr>
            <p:cNvPr id="13" name="Rectangle 12">
              <a:extLst>
                <a:ext uri="{FF2B5EF4-FFF2-40B4-BE49-F238E27FC236}">
                  <a16:creationId xmlns:a16="http://schemas.microsoft.com/office/drawing/2014/main" id="{C40E4148-67E2-4904-A0BD-944414AA2ED6}"/>
                </a:ext>
              </a:extLst>
            </p:cNvPr>
            <p:cNvSpPr/>
            <p:nvPr/>
          </p:nvSpPr>
          <p:spPr>
            <a:xfrm>
              <a:off x="2720898" y="1260088"/>
              <a:ext cx="4521819" cy="396983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ight Triangle 13">
              <a:extLst>
                <a:ext uri="{FF2B5EF4-FFF2-40B4-BE49-F238E27FC236}">
                  <a16:creationId xmlns:a16="http://schemas.microsoft.com/office/drawing/2014/main" id="{FC1B56DB-3D47-4C31-B647-21005A5F6D3A}"/>
                </a:ext>
              </a:extLst>
            </p:cNvPr>
            <p:cNvSpPr/>
            <p:nvPr/>
          </p:nvSpPr>
          <p:spPr>
            <a:xfrm>
              <a:off x="2831845" y="2011831"/>
              <a:ext cx="3288322" cy="3089851"/>
            </a:xfrm>
            <a:prstGeom prst="rtTriangle">
              <a:avLst/>
            </a:prstGeom>
            <a:solidFill>
              <a:schemeClr val="accent1">
                <a:lumMod val="40000"/>
                <a:lumOff val="60000"/>
              </a:schemeClr>
            </a:solid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ight Triangle 14">
              <a:extLst>
                <a:ext uri="{FF2B5EF4-FFF2-40B4-BE49-F238E27FC236}">
                  <a16:creationId xmlns:a16="http://schemas.microsoft.com/office/drawing/2014/main" id="{17961BBE-9382-4C9D-997F-62208C3EFCD6}"/>
                </a:ext>
              </a:extLst>
            </p:cNvPr>
            <p:cNvSpPr/>
            <p:nvPr/>
          </p:nvSpPr>
          <p:spPr>
            <a:xfrm rot="10800000">
              <a:off x="3596267" y="1401337"/>
              <a:ext cx="3503342" cy="3031273"/>
            </a:xfrm>
            <a:prstGeom prst="rtTriangle">
              <a:avLst/>
            </a:prstGeom>
            <a:solidFill>
              <a:schemeClr val="accent4">
                <a:lumMod val="20000"/>
                <a:lumOff val="80000"/>
              </a:schemeClr>
            </a:solidFill>
            <a:ln w="571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15">
              <a:extLst>
                <a:ext uri="{FF2B5EF4-FFF2-40B4-BE49-F238E27FC236}">
                  <a16:creationId xmlns:a16="http://schemas.microsoft.com/office/drawing/2014/main" id="{4E58AB23-0BEA-4E58-AA42-94FDE1EF3722}"/>
                </a:ext>
              </a:extLst>
            </p:cNvPr>
            <p:cNvSpPr/>
            <p:nvPr/>
          </p:nvSpPr>
          <p:spPr>
            <a:xfrm rot="18702622">
              <a:off x="4586654" y="933040"/>
              <a:ext cx="675713" cy="4620813"/>
            </a:xfrm>
            <a:prstGeom prst="rect">
              <a:avLst/>
            </a:prstGeom>
            <a:solidFill>
              <a:schemeClr val="accent2">
                <a:lumMod val="20000"/>
                <a:lumOff val="80000"/>
              </a:schemeClr>
            </a:solidFill>
            <a:ln w="57150">
              <a:solidFill>
                <a:srgbClr val="AA39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7" name="Group 16">
              <a:extLst>
                <a:ext uri="{FF2B5EF4-FFF2-40B4-BE49-F238E27FC236}">
                  <a16:creationId xmlns:a16="http://schemas.microsoft.com/office/drawing/2014/main" id="{00ECD836-A085-459B-9191-1AE8D899D41D}"/>
                </a:ext>
              </a:extLst>
            </p:cNvPr>
            <p:cNvGrpSpPr/>
            <p:nvPr/>
          </p:nvGrpSpPr>
          <p:grpSpPr>
            <a:xfrm>
              <a:off x="2956004" y="2950608"/>
              <a:ext cx="435655" cy="492443"/>
              <a:chOff x="8502805" y="798423"/>
              <a:chExt cx="435655" cy="492443"/>
            </a:xfrm>
          </p:grpSpPr>
          <p:sp>
            <p:nvSpPr>
              <p:cNvPr id="42" name="Oval 41">
                <a:extLst>
                  <a:ext uri="{FF2B5EF4-FFF2-40B4-BE49-F238E27FC236}">
                    <a16:creationId xmlns:a16="http://schemas.microsoft.com/office/drawing/2014/main" id="{EA6F1B80-CF66-4999-9C23-CEDB171AC332}"/>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3" name="TextBox 42">
                <a:extLst>
                  <a:ext uri="{FF2B5EF4-FFF2-40B4-BE49-F238E27FC236}">
                    <a16:creationId xmlns:a16="http://schemas.microsoft.com/office/drawing/2014/main" id="{E82CF2FC-E541-4CDE-9BEF-D466861E2E38}"/>
                  </a:ext>
                </a:extLst>
              </p:cNvPr>
              <p:cNvSpPr txBox="1"/>
              <p:nvPr/>
            </p:nvSpPr>
            <p:spPr>
              <a:xfrm>
                <a:off x="8536213" y="798423"/>
                <a:ext cx="402247" cy="492443"/>
              </a:xfrm>
              <a:prstGeom prst="rect">
                <a:avLst/>
              </a:prstGeom>
              <a:noFill/>
            </p:spPr>
            <p:txBody>
              <a:bodyPr wrap="none" rtlCol="0">
                <a:spAutoFit/>
              </a:bodyPr>
              <a:lstStyle/>
              <a:p>
                <a:r>
                  <a:rPr lang="en-US" b="1" dirty="0"/>
                  <a:t>1</a:t>
                </a:r>
              </a:p>
            </p:txBody>
          </p:sp>
        </p:grpSp>
        <p:grpSp>
          <p:nvGrpSpPr>
            <p:cNvPr id="18" name="Group 17">
              <a:extLst>
                <a:ext uri="{FF2B5EF4-FFF2-40B4-BE49-F238E27FC236}">
                  <a16:creationId xmlns:a16="http://schemas.microsoft.com/office/drawing/2014/main" id="{6AE3149C-F234-4B02-B996-9AEEAA873FFE}"/>
                </a:ext>
              </a:extLst>
            </p:cNvPr>
            <p:cNvGrpSpPr/>
            <p:nvPr/>
          </p:nvGrpSpPr>
          <p:grpSpPr>
            <a:xfrm>
              <a:off x="3839740" y="3781084"/>
              <a:ext cx="435655" cy="492443"/>
              <a:chOff x="8502805" y="798423"/>
              <a:chExt cx="435655" cy="492443"/>
            </a:xfrm>
          </p:grpSpPr>
          <p:sp>
            <p:nvSpPr>
              <p:cNvPr id="40" name="Oval 39">
                <a:extLst>
                  <a:ext uri="{FF2B5EF4-FFF2-40B4-BE49-F238E27FC236}">
                    <a16:creationId xmlns:a16="http://schemas.microsoft.com/office/drawing/2014/main" id="{4306C76F-AE78-47F0-AB55-DAED42360C4E}"/>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1" name="TextBox 40">
                <a:extLst>
                  <a:ext uri="{FF2B5EF4-FFF2-40B4-BE49-F238E27FC236}">
                    <a16:creationId xmlns:a16="http://schemas.microsoft.com/office/drawing/2014/main" id="{8BC6D778-A9B4-4945-8AD4-647B6F138FD4}"/>
                  </a:ext>
                </a:extLst>
              </p:cNvPr>
              <p:cNvSpPr txBox="1"/>
              <p:nvPr/>
            </p:nvSpPr>
            <p:spPr>
              <a:xfrm>
                <a:off x="8536213" y="798423"/>
                <a:ext cx="402247" cy="492443"/>
              </a:xfrm>
              <a:prstGeom prst="rect">
                <a:avLst/>
              </a:prstGeom>
              <a:noFill/>
            </p:spPr>
            <p:txBody>
              <a:bodyPr wrap="none" rtlCol="0">
                <a:spAutoFit/>
              </a:bodyPr>
              <a:lstStyle/>
              <a:p>
                <a:r>
                  <a:rPr lang="en-US" b="1" dirty="0"/>
                  <a:t>2</a:t>
                </a:r>
              </a:p>
            </p:txBody>
          </p:sp>
        </p:grpSp>
        <p:grpSp>
          <p:nvGrpSpPr>
            <p:cNvPr id="19" name="Group 18">
              <a:extLst>
                <a:ext uri="{FF2B5EF4-FFF2-40B4-BE49-F238E27FC236}">
                  <a16:creationId xmlns:a16="http://schemas.microsoft.com/office/drawing/2014/main" id="{6DF69009-5317-4C88-92A4-45B58BB5D592}"/>
                </a:ext>
              </a:extLst>
            </p:cNvPr>
            <p:cNvGrpSpPr/>
            <p:nvPr/>
          </p:nvGrpSpPr>
          <p:grpSpPr>
            <a:xfrm>
              <a:off x="4776930" y="4563821"/>
              <a:ext cx="435655" cy="492443"/>
              <a:chOff x="8502805" y="798423"/>
              <a:chExt cx="435655" cy="492443"/>
            </a:xfrm>
          </p:grpSpPr>
          <p:sp>
            <p:nvSpPr>
              <p:cNvPr id="38" name="Oval 37">
                <a:extLst>
                  <a:ext uri="{FF2B5EF4-FFF2-40B4-BE49-F238E27FC236}">
                    <a16:creationId xmlns:a16="http://schemas.microsoft.com/office/drawing/2014/main" id="{355F191D-DBC9-48BA-B9C9-039A0787194A}"/>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9" name="TextBox 38">
                <a:extLst>
                  <a:ext uri="{FF2B5EF4-FFF2-40B4-BE49-F238E27FC236}">
                    <a16:creationId xmlns:a16="http://schemas.microsoft.com/office/drawing/2014/main" id="{80C29847-3974-4ACC-9E72-D49196132657}"/>
                  </a:ext>
                </a:extLst>
              </p:cNvPr>
              <p:cNvSpPr txBox="1"/>
              <p:nvPr/>
            </p:nvSpPr>
            <p:spPr>
              <a:xfrm>
                <a:off x="8536213" y="798423"/>
                <a:ext cx="402247" cy="492443"/>
              </a:xfrm>
              <a:prstGeom prst="rect">
                <a:avLst/>
              </a:prstGeom>
              <a:noFill/>
            </p:spPr>
            <p:txBody>
              <a:bodyPr wrap="none" rtlCol="0">
                <a:spAutoFit/>
              </a:bodyPr>
              <a:lstStyle/>
              <a:p>
                <a:r>
                  <a:rPr lang="en-US" b="1" dirty="0"/>
                  <a:t>3</a:t>
                </a:r>
              </a:p>
            </p:txBody>
          </p:sp>
        </p:grpSp>
        <p:grpSp>
          <p:nvGrpSpPr>
            <p:cNvPr id="20" name="Group 19">
              <a:extLst>
                <a:ext uri="{FF2B5EF4-FFF2-40B4-BE49-F238E27FC236}">
                  <a16:creationId xmlns:a16="http://schemas.microsoft.com/office/drawing/2014/main" id="{EC49272B-A43B-46D6-AE31-C41FF46E4474}"/>
                </a:ext>
              </a:extLst>
            </p:cNvPr>
            <p:cNvGrpSpPr/>
            <p:nvPr/>
          </p:nvGrpSpPr>
          <p:grpSpPr>
            <a:xfrm>
              <a:off x="3878900" y="2184520"/>
              <a:ext cx="402248" cy="492443"/>
              <a:chOff x="8497846" y="798423"/>
              <a:chExt cx="402248" cy="492443"/>
            </a:xfrm>
          </p:grpSpPr>
          <p:sp>
            <p:nvSpPr>
              <p:cNvPr id="36" name="Oval 35">
                <a:extLst>
                  <a:ext uri="{FF2B5EF4-FFF2-40B4-BE49-F238E27FC236}">
                    <a16:creationId xmlns:a16="http://schemas.microsoft.com/office/drawing/2014/main" id="{2E4169CA-598C-42C4-81C3-8E63D04CBF01}"/>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TextBox 36">
                <a:extLst>
                  <a:ext uri="{FF2B5EF4-FFF2-40B4-BE49-F238E27FC236}">
                    <a16:creationId xmlns:a16="http://schemas.microsoft.com/office/drawing/2014/main" id="{C3B755E1-9AFB-4F9D-B883-D3B72CA0FD97}"/>
                  </a:ext>
                </a:extLst>
              </p:cNvPr>
              <p:cNvSpPr txBox="1"/>
              <p:nvPr/>
            </p:nvSpPr>
            <p:spPr>
              <a:xfrm>
                <a:off x="8497846" y="798423"/>
                <a:ext cx="402248" cy="492443"/>
              </a:xfrm>
              <a:prstGeom prst="rect">
                <a:avLst/>
              </a:prstGeom>
              <a:noFill/>
            </p:spPr>
            <p:txBody>
              <a:bodyPr wrap="none" rtlCol="0">
                <a:spAutoFit/>
              </a:bodyPr>
              <a:lstStyle/>
              <a:p>
                <a:r>
                  <a:rPr lang="en-US" b="1" dirty="0"/>
                  <a:t>4</a:t>
                </a:r>
              </a:p>
            </p:txBody>
          </p:sp>
        </p:grpSp>
        <p:grpSp>
          <p:nvGrpSpPr>
            <p:cNvPr id="21" name="Group 20">
              <a:extLst>
                <a:ext uri="{FF2B5EF4-FFF2-40B4-BE49-F238E27FC236}">
                  <a16:creationId xmlns:a16="http://schemas.microsoft.com/office/drawing/2014/main" id="{F6CF6046-F618-42AF-88C2-61A052269785}"/>
                </a:ext>
              </a:extLst>
            </p:cNvPr>
            <p:cNvGrpSpPr/>
            <p:nvPr/>
          </p:nvGrpSpPr>
          <p:grpSpPr>
            <a:xfrm>
              <a:off x="4837753" y="3038710"/>
              <a:ext cx="435655" cy="492443"/>
              <a:chOff x="8502805" y="798423"/>
              <a:chExt cx="435655" cy="492443"/>
            </a:xfrm>
          </p:grpSpPr>
          <p:sp>
            <p:nvSpPr>
              <p:cNvPr id="34" name="Oval 33">
                <a:extLst>
                  <a:ext uri="{FF2B5EF4-FFF2-40B4-BE49-F238E27FC236}">
                    <a16:creationId xmlns:a16="http://schemas.microsoft.com/office/drawing/2014/main" id="{A4F973DB-FEAF-4A98-A322-AE087DF1E962}"/>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TextBox 34">
                <a:extLst>
                  <a:ext uri="{FF2B5EF4-FFF2-40B4-BE49-F238E27FC236}">
                    <a16:creationId xmlns:a16="http://schemas.microsoft.com/office/drawing/2014/main" id="{5DA545E8-E71A-459D-8053-1461C4D59F94}"/>
                  </a:ext>
                </a:extLst>
              </p:cNvPr>
              <p:cNvSpPr txBox="1"/>
              <p:nvPr/>
            </p:nvSpPr>
            <p:spPr>
              <a:xfrm>
                <a:off x="8536213" y="798423"/>
                <a:ext cx="402247" cy="492443"/>
              </a:xfrm>
              <a:prstGeom prst="rect">
                <a:avLst/>
              </a:prstGeom>
              <a:noFill/>
            </p:spPr>
            <p:txBody>
              <a:bodyPr wrap="none" rtlCol="0">
                <a:spAutoFit/>
              </a:bodyPr>
              <a:lstStyle/>
              <a:p>
                <a:r>
                  <a:rPr lang="en-US" b="1" dirty="0"/>
                  <a:t>5</a:t>
                </a:r>
              </a:p>
            </p:txBody>
          </p:sp>
        </p:grpSp>
        <p:grpSp>
          <p:nvGrpSpPr>
            <p:cNvPr id="22" name="Group 21">
              <a:extLst>
                <a:ext uri="{FF2B5EF4-FFF2-40B4-BE49-F238E27FC236}">
                  <a16:creationId xmlns:a16="http://schemas.microsoft.com/office/drawing/2014/main" id="{7B57E4CD-E0E3-437A-B005-654235068E76}"/>
                </a:ext>
              </a:extLst>
            </p:cNvPr>
            <p:cNvGrpSpPr/>
            <p:nvPr/>
          </p:nvGrpSpPr>
          <p:grpSpPr>
            <a:xfrm>
              <a:off x="5746600" y="3851337"/>
              <a:ext cx="435655" cy="492443"/>
              <a:chOff x="8502805" y="798423"/>
              <a:chExt cx="435655" cy="492443"/>
            </a:xfrm>
          </p:grpSpPr>
          <p:sp>
            <p:nvSpPr>
              <p:cNvPr id="32" name="Oval 31">
                <a:extLst>
                  <a:ext uri="{FF2B5EF4-FFF2-40B4-BE49-F238E27FC236}">
                    <a16:creationId xmlns:a16="http://schemas.microsoft.com/office/drawing/2014/main" id="{FF7A7B97-E824-4C07-A319-C631B726DF4A}"/>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TextBox 32">
                <a:extLst>
                  <a:ext uri="{FF2B5EF4-FFF2-40B4-BE49-F238E27FC236}">
                    <a16:creationId xmlns:a16="http://schemas.microsoft.com/office/drawing/2014/main" id="{AE748363-1278-47B6-9C78-742BA2E3D226}"/>
                  </a:ext>
                </a:extLst>
              </p:cNvPr>
              <p:cNvSpPr txBox="1"/>
              <p:nvPr/>
            </p:nvSpPr>
            <p:spPr>
              <a:xfrm>
                <a:off x="8536213" y="798423"/>
                <a:ext cx="402247" cy="492443"/>
              </a:xfrm>
              <a:prstGeom prst="rect">
                <a:avLst/>
              </a:prstGeom>
              <a:noFill/>
            </p:spPr>
            <p:txBody>
              <a:bodyPr wrap="none" rtlCol="0">
                <a:spAutoFit/>
              </a:bodyPr>
              <a:lstStyle/>
              <a:p>
                <a:r>
                  <a:rPr lang="en-US" b="1" dirty="0"/>
                  <a:t>6</a:t>
                </a:r>
              </a:p>
            </p:txBody>
          </p:sp>
        </p:grpSp>
        <p:grpSp>
          <p:nvGrpSpPr>
            <p:cNvPr id="23" name="Group 22">
              <a:extLst>
                <a:ext uri="{FF2B5EF4-FFF2-40B4-BE49-F238E27FC236}">
                  <a16:creationId xmlns:a16="http://schemas.microsoft.com/office/drawing/2014/main" id="{FD344F51-824E-48AE-9A17-960D51AB613E}"/>
                </a:ext>
              </a:extLst>
            </p:cNvPr>
            <p:cNvGrpSpPr/>
            <p:nvPr/>
          </p:nvGrpSpPr>
          <p:grpSpPr>
            <a:xfrm>
              <a:off x="4650055" y="1494258"/>
              <a:ext cx="435655" cy="492443"/>
              <a:chOff x="8502805" y="798423"/>
              <a:chExt cx="435655" cy="492443"/>
            </a:xfrm>
          </p:grpSpPr>
          <p:sp>
            <p:nvSpPr>
              <p:cNvPr id="30" name="Oval 29">
                <a:extLst>
                  <a:ext uri="{FF2B5EF4-FFF2-40B4-BE49-F238E27FC236}">
                    <a16:creationId xmlns:a16="http://schemas.microsoft.com/office/drawing/2014/main" id="{5BA844AB-8BDD-4D05-A0DC-648AA6437BF1}"/>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TextBox 30">
                <a:extLst>
                  <a:ext uri="{FF2B5EF4-FFF2-40B4-BE49-F238E27FC236}">
                    <a16:creationId xmlns:a16="http://schemas.microsoft.com/office/drawing/2014/main" id="{FCA850AA-72F7-4D5E-A7D3-68B0BF52EB36}"/>
                  </a:ext>
                </a:extLst>
              </p:cNvPr>
              <p:cNvSpPr txBox="1"/>
              <p:nvPr/>
            </p:nvSpPr>
            <p:spPr>
              <a:xfrm>
                <a:off x="8536213" y="798423"/>
                <a:ext cx="402247" cy="492443"/>
              </a:xfrm>
              <a:prstGeom prst="rect">
                <a:avLst/>
              </a:prstGeom>
              <a:noFill/>
            </p:spPr>
            <p:txBody>
              <a:bodyPr wrap="none" rtlCol="0">
                <a:spAutoFit/>
              </a:bodyPr>
              <a:lstStyle/>
              <a:p>
                <a:r>
                  <a:rPr lang="en-US" b="1" dirty="0"/>
                  <a:t>7</a:t>
                </a:r>
              </a:p>
            </p:txBody>
          </p:sp>
        </p:grpSp>
        <p:grpSp>
          <p:nvGrpSpPr>
            <p:cNvPr id="24" name="Group 23">
              <a:extLst>
                <a:ext uri="{FF2B5EF4-FFF2-40B4-BE49-F238E27FC236}">
                  <a16:creationId xmlns:a16="http://schemas.microsoft.com/office/drawing/2014/main" id="{3AEF3021-DD79-4D9C-A439-53B9652C6AE1}"/>
                </a:ext>
              </a:extLst>
            </p:cNvPr>
            <p:cNvGrpSpPr/>
            <p:nvPr/>
          </p:nvGrpSpPr>
          <p:grpSpPr>
            <a:xfrm>
              <a:off x="5624835" y="2350670"/>
              <a:ext cx="435655" cy="492443"/>
              <a:chOff x="8502805" y="798423"/>
              <a:chExt cx="435655" cy="492443"/>
            </a:xfrm>
          </p:grpSpPr>
          <p:sp>
            <p:nvSpPr>
              <p:cNvPr id="28" name="Oval 27">
                <a:extLst>
                  <a:ext uri="{FF2B5EF4-FFF2-40B4-BE49-F238E27FC236}">
                    <a16:creationId xmlns:a16="http://schemas.microsoft.com/office/drawing/2014/main" id="{17EFC3BD-330B-40EF-A24A-ED60C1B3AEBB}"/>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 name="TextBox 28">
                <a:extLst>
                  <a:ext uri="{FF2B5EF4-FFF2-40B4-BE49-F238E27FC236}">
                    <a16:creationId xmlns:a16="http://schemas.microsoft.com/office/drawing/2014/main" id="{55BC57F0-DDBE-4FD6-AEFB-5A81EFD06545}"/>
                  </a:ext>
                </a:extLst>
              </p:cNvPr>
              <p:cNvSpPr txBox="1"/>
              <p:nvPr/>
            </p:nvSpPr>
            <p:spPr>
              <a:xfrm>
                <a:off x="8536213" y="798423"/>
                <a:ext cx="402247" cy="492443"/>
              </a:xfrm>
              <a:prstGeom prst="rect">
                <a:avLst/>
              </a:prstGeom>
              <a:noFill/>
            </p:spPr>
            <p:txBody>
              <a:bodyPr wrap="none" rtlCol="0">
                <a:spAutoFit/>
              </a:bodyPr>
              <a:lstStyle/>
              <a:p>
                <a:r>
                  <a:rPr lang="en-US" b="1" dirty="0"/>
                  <a:t>8</a:t>
                </a:r>
              </a:p>
            </p:txBody>
          </p:sp>
        </p:grpSp>
        <p:grpSp>
          <p:nvGrpSpPr>
            <p:cNvPr id="25" name="Group 24">
              <a:extLst>
                <a:ext uri="{FF2B5EF4-FFF2-40B4-BE49-F238E27FC236}">
                  <a16:creationId xmlns:a16="http://schemas.microsoft.com/office/drawing/2014/main" id="{20264F48-5159-4F20-97DF-F19E93367960}"/>
                </a:ext>
              </a:extLst>
            </p:cNvPr>
            <p:cNvGrpSpPr/>
            <p:nvPr/>
          </p:nvGrpSpPr>
          <p:grpSpPr>
            <a:xfrm>
              <a:off x="6556869" y="3127925"/>
              <a:ext cx="435655" cy="492443"/>
              <a:chOff x="8502805" y="798423"/>
              <a:chExt cx="435655" cy="492443"/>
            </a:xfrm>
          </p:grpSpPr>
          <p:sp>
            <p:nvSpPr>
              <p:cNvPr id="26" name="Oval 25">
                <a:extLst>
                  <a:ext uri="{FF2B5EF4-FFF2-40B4-BE49-F238E27FC236}">
                    <a16:creationId xmlns:a16="http://schemas.microsoft.com/office/drawing/2014/main" id="{FF29D19E-EB1A-4CB5-8E48-DC5DA913FCA5}"/>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TextBox 26">
                <a:extLst>
                  <a:ext uri="{FF2B5EF4-FFF2-40B4-BE49-F238E27FC236}">
                    <a16:creationId xmlns:a16="http://schemas.microsoft.com/office/drawing/2014/main" id="{9A9E8010-85C0-4E19-BE76-5028A5A0F646}"/>
                  </a:ext>
                </a:extLst>
              </p:cNvPr>
              <p:cNvSpPr txBox="1"/>
              <p:nvPr/>
            </p:nvSpPr>
            <p:spPr>
              <a:xfrm>
                <a:off x="8536213" y="798423"/>
                <a:ext cx="402247" cy="492443"/>
              </a:xfrm>
              <a:prstGeom prst="rect">
                <a:avLst/>
              </a:prstGeom>
              <a:noFill/>
            </p:spPr>
            <p:txBody>
              <a:bodyPr wrap="none" rtlCol="0">
                <a:spAutoFit/>
              </a:bodyPr>
              <a:lstStyle/>
              <a:p>
                <a:r>
                  <a:rPr lang="en-US" b="1" dirty="0"/>
                  <a:t>9</a:t>
                </a:r>
              </a:p>
            </p:txBody>
          </p:sp>
        </p:grpSp>
      </p:grpSp>
      <p:grpSp>
        <p:nvGrpSpPr>
          <p:cNvPr id="44" name="Group 43">
            <a:extLst>
              <a:ext uri="{FF2B5EF4-FFF2-40B4-BE49-F238E27FC236}">
                <a16:creationId xmlns:a16="http://schemas.microsoft.com/office/drawing/2014/main" id="{B4663054-A6A2-4E67-AD3E-8896E6309A90}"/>
              </a:ext>
            </a:extLst>
          </p:cNvPr>
          <p:cNvGrpSpPr/>
          <p:nvPr/>
        </p:nvGrpSpPr>
        <p:grpSpPr>
          <a:xfrm>
            <a:off x="5699799" y="4296429"/>
            <a:ext cx="1790215" cy="461665"/>
            <a:chOff x="8170055" y="344556"/>
            <a:chExt cx="1790215" cy="461665"/>
          </a:xfrm>
        </p:grpSpPr>
        <p:grpSp>
          <p:nvGrpSpPr>
            <p:cNvPr id="45" name="Group 44">
              <a:extLst>
                <a:ext uri="{FF2B5EF4-FFF2-40B4-BE49-F238E27FC236}">
                  <a16:creationId xmlns:a16="http://schemas.microsoft.com/office/drawing/2014/main" id="{AB6A6176-BF90-44BE-B61E-E39A0F796707}"/>
                </a:ext>
              </a:extLst>
            </p:cNvPr>
            <p:cNvGrpSpPr/>
            <p:nvPr/>
          </p:nvGrpSpPr>
          <p:grpSpPr>
            <a:xfrm>
              <a:off x="8170055" y="344556"/>
              <a:ext cx="373566" cy="461665"/>
              <a:chOff x="8502805" y="798423"/>
              <a:chExt cx="373566" cy="461665"/>
            </a:xfrm>
          </p:grpSpPr>
          <p:sp>
            <p:nvSpPr>
              <p:cNvPr id="52" name="Oval 51">
                <a:extLst>
                  <a:ext uri="{FF2B5EF4-FFF2-40B4-BE49-F238E27FC236}">
                    <a16:creationId xmlns:a16="http://schemas.microsoft.com/office/drawing/2014/main" id="{DF983C71-B661-4259-A9A7-AE6DDF0A7699}"/>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40FF6091-E240-4C56-BAB1-22D3C89D3CA4}"/>
                  </a:ext>
                </a:extLst>
              </p:cNvPr>
              <p:cNvSpPr txBox="1"/>
              <p:nvPr/>
            </p:nvSpPr>
            <p:spPr>
              <a:xfrm>
                <a:off x="8536213" y="798423"/>
                <a:ext cx="340158" cy="461665"/>
              </a:xfrm>
              <a:prstGeom prst="rect">
                <a:avLst/>
              </a:prstGeom>
              <a:noFill/>
            </p:spPr>
            <p:txBody>
              <a:bodyPr wrap="none" rtlCol="0">
                <a:spAutoFit/>
              </a:bodyPr>
              <a:lstStyle/>
              <a:p>
                <a:r>
                  <a:rPr lang="en-US" sz="2400" b="1" dirty="0"/>
                  <a:t>1</a:t>
                </a:r>
              </a:p>
            </p:txBody>
          </p:sp>
        </p:grpSp>
        <p:grpSp>
          <p:nvGrpSpPr>
            <p:cNvPr id="46" name="Group 45">
              <a:extLst>
                <a:ext uri="{FF2B5EF4-FFF2-40B4-BE49-F238E27FC236}">
                  <a16:creationId xmlns:a16="http://schemas.microsoft.com/office/drawing/2014/main" id="{3356ADEF-AF14-45D5-8D56-4A9FE96CC376}"/>
                </a:ext>
              </a:extLst>
            </p:cNvPr>
            <p:cNvGrpSpPr/>
            <p:nvPr/>
          </p:nvGrpSpPr>
          <p:grpSpPr>
            <a:xfrm>
              <a:off x="8877230" y="344556"/>
              <a:ext cx="373566" cy="461665"/>
              <a:chOff x="8502805" y="798423"/>
              <a:chExt cx="373566" cy="461665"/>
            </a:xfrm>
          </p:grpSpPr>
          <p:sp>
            <p:nvSpPr>
              <p:cNvPr id="50" name="Oval 49">
                <a:extLst>
                  <a:ext uri="{FF2B5EF4-FFF2-40B4-BE49-F238E27FC236}">
                    <a16:creationId xmlns:a16="http://schemas.microsoft.com/office/drawing/2014/main" id="{EE359980-715D-4AF8-BFF6-71FFA2AA81EC}"/>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E3B3CD03-2C14-4850-AE6D-CB2667AD10BD}"/>
                  </a:ext>
                </a:extLst>
              </p:cNvPr>
              <p:cNvSpPr txBox="1"/>
              <p:nvPr/>
            </p:nvSpPr>
            <p:spPr>
              <a:xfrm>
                <a:off x="8536213" y="798423"/>
                <a:ext cx="340158" cy="461665"/>
              </a:xfrm>
              <a:prstGeom prst="rect">
                <a:avLst/>
              </a:prstGeom>
              <a:noFill/>
            </p:spPr>
            <p:txBody>
              <a:bodyPr wrap="none" rtlCol="0">
                <a:spAutoFit/>
              </a:bodyPr>
              <a:lstStyle/>
              <a:p>
                <a:r>
                  <a:rPr lang="en-US" sz="2400" b="1" dirty="0"/>
                  <a:t>2</a:t>
                </a:r>
              </a:p>
            </p:txBody>
          </p:sp>
        </p:grpSp>
        <p:grpSp>
          <p:nvGrpSpPr>
            <p:cNvPr id="47" name="Group 46">
              <a:extLst>
                <a:ext uri="{FF2B5EF4-FFF2-40B4-BE49-F238E27FC236}">
                  <a16:creationId xmlns:a16="http://schemas.microsoft.com/office/drawing/2014/main" id="{488AEBE5-8FA1-4807-AD8F-ED251EE1CB44}"/>
                </a:ext>
              </a:extLst>
            </p:cNvPr>
            <p:cNvGrpSpPr/>
            <p:nvPr/>
          </p:nvGrpSpPr>
          <p:grpSpPr>
            <a:xfrm>
              <a:off x="9586704" y="344556"/>
              <a:ext cx="373566" cy="461665"/>
              <a:chOff x="8502805" y="798423"/>
              <a:chExt cx="373566" cy="461665"/>
            </a:xfrm>
          </p:grpSpPr>
          <p:sp>
            <p:nvSpPr>
              <p:cNvPr id="48" name="Oval 47">
                <a:extLst>
                  <a:ext uri="{FF2B5EF4-FFF2-40B4-BE49-F238E27FC236}">
                    <a16:creationId xmlns:a16="http://schemas.microsoft.com/office/drawing/2014/main" id="{00ABDA45-495B-4F7E-8C67-02EAF7AC50DC}"/>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AC9B4126-37E5-476C-9361-DFE3554020A2}"/>
                  </a:ext>
                </a:extLst>
              </p:cNvPr>
              <p:cNvSpPr txBox="1"/>
              <p:nvPr/>
            </p:nvSpPr>
            <p:spPr>
              <a:xfrm>
                <a:off x="8536213" y="798423"/>
                <a:ext cx="340158" cy="461665"/>
              </a:xfrm>
              <a:prstGeom prst="rect">
                <a:avLst/>
              </a:prstGeom>
              <a:noFill/>
            </p:spPr>
            <p:txBody>
              <a:bodyPr wrap="none" rtlCol="0">
                <a:spAutoFit/>
              </a:bodyPr>
              <a:lstStyle/>
              <a:p>
                <a:r>
                  <a:rPr lang="en-US" sz="2400" b="1" dirty="0"/>
                  <a:t>3</a:t>
                </a:r>
              </a:p>
            </p:txBody>
          </p:sp>
        </p:grpSp>
      </p:grpSp>
      <p:grpSp>
        <p:nvGrpSpPr>
          <p:cNvPr id="54" name="Group 53">
            <a:extLst>
              <a:ext uri="{FF2B5EF4-FFF2-40B4-BE49-F238E27FC236}">
                <a16:creationId xmlns:a16="http://schemas.microsoft.com/office/drawing/2014/main" id="{07CF9EA3-D1E3-4225-80C5-0C6797D8FE36}"/>
              </a:ext>
            </a:extLst>
          </p:cNvPr>
          <p:cNvGrpSpPr/>
          <p:nvPr/>
        </p:nvGrpSpPr>
        <p:grpSpPr>
          <a:xfrm>
            <a:off x="5699799" y="5116787"/>
            <a:ext cx="1790215" cy="461665"/>
            <a:chOff x="8170055" y="923156"/>
            <a:chExt cx="1790215" cy="461665"/>
          </a:xfrm>
        </p:grpSpPr>
        <p:grpSp>
          <p:nvGrpSpPr>
            <p:cNvPr id="55" name="Group 54">
              <a:extLst>
                <a:ext uri="{FF2B5EF4-FFF2-40B4-BE49-F238E27FC236}">
                  <a16:creationId xmlns:a16="http://schemas.microsoft.com/office/drawing/2014/main" id="{61257874-3903-4761-AD03-048F87A9AF95}"/>
                </a:ext>
              </a:extLst>
            </p:cNvPr>
            <p:cNvGrpSpPr/>
            <p:nvPr/>
          </p:nvGrpSpPr>
          <p:grpSpPr>
            <a:xfrm>
              <a:off x="8170055" y="923156"/>
              <a:ext cx="378525" cy="461665"/>
              <a:chOff x="8497846" y="798423"/>
              <a:chExt cx="378525" cy="461665"/>
            </a:xfrm>
          </p:grpSpPr>
          <p:sp>
            <p:nvSpPr>
              <p:cNvPr id="62" name="Oval 61">
                <a:extLst>
                  <a:ext uri="{FF2B5EF4-FFF2-40B4-BE49-F238E27FC236}">
                    <a16:creationId xmlns:a16="http://schemas.microsoft.com/office/drawing/2014/main" id="{F2ACA67A-1130-4595-B1A5-3E832149D937}"/>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795F542E-1849-4BC0-9E7A-827E47CEC676}"/>
                  </a:ext>
                </a:extLst>
              </p:cNvPr>
              <p:cNvSpPr txBox="1"/>
              <p:nvPr/>
            </p:nvSpPr>
            <p:spPr>
              <a:xfrm>
                <a:off x="8497846" y="798423"/>
                <a:ext cx="340158" cy="461665"/>
              </a:xfrm>
              <a:prstGeom prst="rect">
                <a:avLst/>
              </a:prstGeom>
              <a:noFill/>
            </p:spPr>
            <p:txBody>
              <a:bodyPr wrap="none" rtlCol="0">
                <a:spAutoFit/>
              </a:bodyPr>
              <a:lstStyle/>
              <a:p>
                <a:r>
                  <a:rPr lang="en-US" sz="2400" b="1" dirty="0"/>
                  <a:t>4</a:t>
                </a:r>
              </a:p>
            </p:txBody>
          </p:sp>
        </p:grpSp>
        <p:grpSp>
          <p:nvGrpSpPr>
            <p:cNvPr id="56" name="Group 55">
              <a:extLst>
                <a:ext uri="{FF2B5EF4-FFF2-40B4-BE49-F238E27FC236}">
                  <a16:creationId xmlns:a16="http://schemas.microsoft.com/office/drawing/2014/main" id="{5816987F-0728-4024-B834-0DE3C80A341C}"/>
                </a:ext>
              </a:extLst>
            </p:cNvPr>
            <p:cNvGrpSpPr/>
            <p:nvPr/>
          </p:nvGrpSpPr>
          <p:grpSpPr>
            <a:xfrm>
              <a:off x="8877230" y="923156"/>
              <a:ext cx="373566" cy="461665"/>
              <a:chOff x="8502805" y="798423"/>
              <a:chExt cx="373566" cy="461665"/>
            </a:xfrm>
          </p:grpSpPr>
          <p:sp>
            <p:nvSpPr>
              <p:cNvPr id="60" name="Oval 59">
                <a:extLst>
                  <a:ext uri="{FF2B5EF4-FFF2-40B4-BE49-F238E27FC236}">
                    <a16:creationId xmlns:a16="http://schemas.microsoft.com/office/drawing/2014/main" id="{46D98BC0-79E8-44A5-8115-E4815972FC0D}"/>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1F4DBA59-FCA8-44C0-9E06-2EE4AAA01718}"/>
                  </a:ext>
                </a:extLst>
              </p:cNvPr>
              <p:cNvSpPr txBox="1"/>
              <p:nvPr/>
            </p:nvSpPr>
            <p:spPr>
              <a:xfrm>
                <a:off x="8536213" y="798423"/>
                <a:ext cx="340158" cy="461665"/>
              </a:xfrm>
              <a:prstGeom prst="rect">
                <a:avLst/>
              </a:prstGeom>
              <a:noFill/>
            </p:spPr>
            <p:txBody>
              <a:bodyPr wrap="none" rtlCol="0">
                <a:spAutoFit/>
              </a:bodyPr>
              <a:lstStyle/>
              <a:p>
                <a:r>
                  <a:rPr lang="en-US" sz="2400" b="1" dirty="0"/>
                  <a:t>5</a:t>
                </a:r>
              </a:p>
            </p:txBody>
          </p:sp>
        </p:grpSp>
        <p:grpSp>
          <p:nvGrpSpPr>
            <p:cNvPr id="57" name="Group 56">
              <a:extLst>
                <a:ext uri="{FF2B5EF4-FFF2-40B4-BE49-F238E27FC236}">
                  <a16:creationId xmlns:a16="http://schemas.microsoft.com/office/drawing/2014/main" id="{0F581CF8-6A84-4880-B66A-BF601DCD6A39}"/>
                </a:ext>
              </a:extLst>
            </p:cNvPr>
            <p:cNvGrpSpPr/>
            <p:nvPr/>
          </p:nvGrpSpPr>
          <p:grpSpPr>
            <a:xfrm>
              <a:off x="9586704" y="923156"/>
              <a:ext cx="373566" cy="461665"/>
              <a:chOff x="8502805" y="798423"/>
              <a:chExt cx="373566" cy="461665"/>
            </a:xfrm>
          </p:grpSpPr>
          <p:sp>
            <p:nvSpPr>
              <p:cNvPr id="58" name="Oval 57">
                <a:extLst>
                  <a:ext uri="{FF2B5EF4-FFF2-40B4-BE49-F238E27FC236}">
                    <a16:creationId xmlns:a16="http://schemas.microsoft.com/office/drawing/2014/main" id="{95832CB0-0A47-4023-A58B-F59FCA353C77}"/>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9BCD013D-0FE3-4F10-8610-2EE6F5784DB0}"/>
                  </a:ext>
                </a:extLst>
              </p:cNvPr>
              <p:cNvSpPr txBox="1"/>
              <p:nvPr/>
            </p:nvSpPr>
            <p:spPr>
              <a:xfrm>
                <a:off x="8536213" y="798423"/>
                <a:ext cx="340158" cy="461665"/>
              </a:xfrm>
              <a:prstGeom prst="rect">
                <a:avLst/>
              </a:prstGeom>
              <a:noFill/>
            </p:spPr>
            <p:txBody>
              <a:bodyPr wrap="none" rtlCol="0">
                <a:spAutoFit/>
              </a:bodyPr>
              <a:lstStyle/>
              <a:p>
                <a:r>
                  <a:rPr lang="en-US" sz="2400" b="1" dirty="0"/>
                  <a:t>6</a:t>
                </a:r>
              </a:p>
            </p:txBody>
          </p:sp>
        </p:grpSp>
      </p:grpSp>
      <p:grpSp>
        <p:nvGrpSpPr>
          <p:cNvPr id="64" name="Group 63">
            <a:extLst>
              <a:ext uri="{FF2B5EF4-FFF2-40B4-BE49-F238E27FC236}">
                <a16:creationId xmlns:a16="http://schemas.microsoft.com/office/drawing/2014/main" id="{E411D3C1-60B1-4D01-A198-A80F21D391D7}"/>
              </a:ext>
            </a:extLst>
          </p:cNvPr>
          <p:cNvGrpSpPr/>
          <p:nvPr/>
        </p:nvGrpSpPr>
        <p:grpSpPr>
          <a:xfrm>
            <a:off x="5699799" y="5937144"/>
            <a:ext cx="1790215" cy="461665"/>
            <a:chOff x="4679723" y="2446265"/>
            <a:chExt cx="1790215" cy="461665"/>
          </a:xfrm>
        </p:grpSpPr>
        <p:grpSp>
          <p:nvGrpSpPr>
            <p:cNvPr id="65" name="Group 64">
              <a:extLst>
                <a:ext uri="{FF2B5EF4-FFF2-40B4-BE49-F238E27FC236}">
                  <a16:creationId xmlns:a16="http://schemas.microsoft.com/office/drawing/2014/main" id="{2D37D303-84B9-4EAE-9F05-C1C0ED08DFAA}"/>
                </a:ext>
              </a:extLst>
            </p:cNvPr>
            <p:cNvGrpSpPr/>
            <p:nvPr/>
          </p:nvGrpSpPr>
          <p:grpSpPr>
            <a:xfrm>
              <a:off x="4679723" y="2446265"/>
              <a:ext cx="373566" cy="461665"/>
              <a:chOff x="8502805" y="798423"/>
              <a:chExt cx="373566" cy="461665"/>
            </a:xfrm>
          </p:grpSpPr>
          <p:sp>
            <p:nvSpPr>
              <p:cNvPr id="72" name="Oval 71">
                <a:extLst>
                  <a:ext uri="{FF2B5EF4-FFF2-40B4-BE49-F238E27FC236}">
                    <a16:creationId xmlns:a16="http://schemas.microsoft.com/office/drawing/2014/main" id="{3444F63F-D967-4AC9-91CD-9C5296F2C149}"/>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74E05F97-F0F0-40EF-99AE-D4F5CFC9CA8E}"/>
                  </a:ext>
                </a:extLst>
              </p:cNvPr>
              <p:cNvSpPr txBox="1"/>
              <p:nvPr/>
            </p:nvSpPr>
            <p:spPr>
              <a:xfrm>
                <a:off x="8536213" y="798423"/>
                <a:ext cx="340158" cy="461665"/>
              </a:xfrm>
              <a:prstGeom prst="rect">
                <a:avLst/>
              </a:prstGeom>
              <a:noFill/>
            </p:spPr>
            <p:txBody>
              <a:bodyPr wrap="none" rtlCol="0">
                <a:spAutoFit/>
              </a:bodyPr>
              <a:lstStyle/>
              <a:p>
                <a:r>
                  <a:rPr lang="en-US" sz="2400" b="1" dirty="0"/>
                  <a:t>1</a:t>
                </a:r>
              </a:p>
            </p:txBody>
          </p:sp>
        </p:grpSp>
        <p:grpSp>
          <p:nvGrpSpPr>
            <p:cNvPr id="66" name="Group 65">
              <a:extLst>
                <a:ext uri="{FF2B5EF4-FFF2-40B4-BE49-F238E27FC236}">
                  <a16:creationId xmlns:a16="http://schemas.microsoft.com/office/drawing/2014/main" id="{265F75D7-D0CF-45AB-BD1F-6FDBC35419F6}"/>
                </a:ext>
              </a:extLst>
            </p:cNvPr>
            <p:cNvGrpSpPr/>
            <p:nvPr/>
          </p:nvGrpSpPr>
          <p:grpSpPr>
            <a:xfrm>
              <a:off x="5386898" y="2446265"/>
              <a:ext cx="373566" cy="461665"/>
              <a:chOff x="8502805" y="798423"/>
              <a:chExt cx="373566" cy="461665"/>
            </a:xfrm>
          </p:grpSpPr>
          <p:sp>
            <p:nvSpPr>
              <p:cNvPr id="70" name="Oval 69">
                <a:extLst>
                  <a:ext uri="{FF2B5EF4-FFF2-40B4-BE49-F238E27FC236}">
                    <a16:creationId xmlns:a16="http://schemas.microsoft.com/office/drawing/2014/main" id="{54429FAD-C7F6-44AB-9511-E6B06D2CB1DB}"/>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C44B8042-534B-406E-ABFD-673A4AEB3951}"/>
                  </a:ext>
                </a:extLst>
              </p:cNvPr>
              <p:cNvSpPr txBox="1"/>
              <p:nvPr/>
            </p:nvSpPr>
            <p:spPr>
              <a:xfrm>
                <a:off x="8536213" y="798423"/>
                <a:ext cx="340158" cy="461665"/>
              </a:xfrm>
              <a:prstGeom prst="rect">
                <a:avLst/>
              </a:prstGeom>
              <a:noFill/>
            </p:spPr>
            <p:txBody>
              <a:bodyPr wrap="none" rtlCol="0">
                <a:spAutoFit/>
              </a:bodyPr>
              <a:lstStyle/>
              <a:p>
                <a:r>
                  <a:rPr lang="en-US" sz="2400" b="1" dirty="0"/>
                  <a:t>5</a:t>
                </a:r>
              </a:p>
            </p:txBody>
          </p:sp>
        </p:grpSp>
        <p:grpSp>
          <p:nvGrpSpPr>
            <p:cNvPr id="67" name="Group 66">
              <a:extLst>
                <a:ext uri="{FF2B5EF4-FFF2-40B4-BE49-F238E27FC236}">
                  <a16:creationId xmlns:a16="http://schemas.microsoft.com/office/drawing/2014/main" id="{49BDB2D2-59FA-4A51-A91A-FD837C1516FD}"/>
                </a:ext>
              </a:extLst>
            </p:cNvPr>
            <p:cNvGrpSpPr/>
            <p:nvPr/>
          </p:nvGrpSpPr>
          <p:grpSpPr>
            <a:xfrm>
              <a:off x="6096372" y="2446265"/>
              <a:ext cx="373566" cy="461665"/>
              <a:chOff x="8502805" y="798423"/>
              <a:chExt cx="373566" cy="461665"/>
            </a:xfrm>
          </p:grpSpPr>
          <p:sp>
            <p:nvSpPr>
              <p:cNvPr id="68" name="Oval 67">
                <a:extLst>
                  <a:ext uri="{FF2B5EF4-FFF2-40B4-BE49-F238E27FC236}">
                    <a16:creationId xmlns:a16="http://schemas.microsoft.com/office/drawing/2014/main" id="{5FE534B3-A678-4B08-B836-8151F8FC7870}"/>
                  </a:ext>
                </a:extLst>
              </p:cNvPr>
              <p:cNvSpPr/>
              <p:nvPr/>
            </p:nvSpPr>
            <p:spPr>
              <a:xfrm>
                <a:off x="8502805" y="858644"/>
                <a:ext cx="373566" cy="3568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A320B233-4E25-463F-91BA-3128C6133E5C}"/>
                  </a:ext>
                </a:extLst>
              </p:cNvPr>
              <p:cNvSpPr txBox="1"/>
              <p:nvPr/>
            </p:nvSpPr>
            <p:spPr>
              <a:xfrm>
                <a:off x="8536213" y="798423"/>
                <a:ext cx="340158" cy="461665"/>
              </a:xfrm>
              <a:prstGeom prst="rect">
                <a:avLst/>
              </a:prstGeom>
              <a:noFill/>
            </p:spPr>
            <p:txBody>
              <a:bodyPr wrap="none" rtlCol="0">
                <a:spAutoFit/>
              </a:bodyPr>
              <a:lstStyle/>
              <a:p>
                <a:r>
                  <a:rPr lang="en-US" sz="2400" b="1" dirty="0"/>
                  <a:t>9</a:t>
                </a:r>
              </a:p>
            </p:txBody>
          </p:sp>
        </p:grpSp>
      </p:grpSp>
      <p:sp>
        <p:nvSpPr>
          <p:cNvPr id="74" name="TextBox 73">
            <a:extLst>
              <a:ext uri="{FF2B5EF4-FFF2-40B4-BE49-F238E27FC236}">
                <a16:creationId xmlns:a16="http://schemas.microsoft.com/office/drawing/2014/main" id="{CA2541D6-B3AE-4504-9352-4479F8B874E6}"/>
              </a:ext>
            </a:extLst>
          </p:cNvPr>
          <p:cNvSpPr txBox="1"/>
          <p:nvPr/>
        </p:nvSpPr>
        <p:spPr>
          <a:xfrm flipH="1">
            <a:off x="4430701" y="4249709"/>
            <a:ext cx="610060" cy="2246769"/>
          </a:xfrm>
          <a:prstGeom prst="rect">
            <a:avLst/>
          </a:prstGeom>
          <a:noFill/>
        </p:spPr>
        <p:txBody>
          <a:bodyPr wrap="square" rtlCol="0">
            <a:spAutoFit/>
          </a:bodyPr>
          <a:lstStyle/>
          <a:p>
            <a:r>
              <a:rPr lang="en-US" sz="3600" dirty="0">
                <a:solidFill>
                  <a:schemeClr val="tx2">
                    <a:lumMod val="60000"/>
                    <a:lumOff val="40000"/>
                  </a:schemeClr>
                </a:solidFill>
              </a:rPr>
              <a:t>a)</a:t>
            </a:r>
          </a:p>
          <a:p>
            <a:endParaRPr lang="en-US" sz="1600" dirty="0"/>
          </a:p>
          <a:p>
            <a:r>
              <a:rPr lang="en-US" sz="3600" dirty="0">
                <a:solidFill>
                  <a:srgbClr val="C00000"/>
                </a:solidFill>
              </a:rPr>
              <a:t>b)</a:t>
            </a:r>
          </a:p>
          <a:p>
            <a:endParaRPr lang="en-US" sz="1600" dirty="0"/>
          </a:p>
          <a:p>
            <a:r>
              <a:rPr lang="en-US" sz="3600" dirty="0">
                <a:solidFill>
                  <a:srgbClr val="7030A0"/>
                </a:solidFill>
              </a:rPr>
              <a:t>c) </a:t>
            </a:r>
          </a:p>
        </p:txBody>
      </p:sp>
    </p:spTree>
    <p:extLst>
      <p:ext uri="{BB962C8B-B14F-4D97-AF65-F5344CB8AC3E}">
        <p14:creationId xmlns:p14="http://schemas.microsoft.com/office/powerpoint/2010/main" val="4165858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6EF33B-C250-4834-9F6F-97CE1D42E324}"/>
              </a:ext>
            </a:extLst>
          </p:cNvPr>
          <p:cNvSpPr/>
          <p:nvPr/>
        </p:nvSpPr>
        <p:spPr>
          <a:xfrm>
            <a:off x="1934778" y="2017113"/>
            <a:ext cx="7903044" cy="3139321"/>
          </a:xfrm>
          <a:prstGeom prst="rect">
            <a:avLst/>
          </a:prstGeom>
        </p:spPr>
        <p:txBody>
          <a:bodyPr wrap="square">
            <a:spAutoFit/>
          </a:bodyPr>
          <a:lstStyle/>
          <a:p>
            <a:r>
              <a:rPr lang="en-US" u="sng" dirty="0"/>
              <a:t>Question. </a:t>
            </a:r>
            <a:r>
              <a:rPr lang="en-US" dirty="0"/>
              <a:t>How do I start testing?</a:t>
            </a:r>
          </a:p>
          <a:p>
            <a:endParaRPr lang="en-US" dirty="0"/>
          </a:p>
          <a:p>
            <a:endParaRPr lang="en-US" dirty="0"/>
          </a:p>
          <a:p>
            <a:r>
              <a:rPr lang="en-US" u="sng" dirty="0"/>
              <a:t>Answer. </a:t>
            </a:r>
            <a:r>
              <a:rPr lang="en-US" dirty="0"/>
              <a:t>You should figure out what the system in front of you is supposed to do and to test it first. Then, you should become aware of what the system is not supposed to do, which will constitute the negative tests. Note that testing is a well-controlled activity, as test cases and test results are documented. For a unit test, you might use some framework on a code level, e.g. JUnit or </a:t>
            </a:r>
            <a:r>
              <a:rPr lang="en-US" dirty="0" err="1"/>
              <a:t>PyUnit</a:t>
            </a:r>
            <a:r>
              <a:rPr lang="en-US" dirty="0"/>
              <a:t>. Such tools as Puppeteer and Playwright can facilitate the prolonged end-to-end user scenarios. For a system testing, you might compile combinations of parameters, then reduce them using </a:t>
            </a:r>
            <a:r>
              <a:rPr lang="en-US" dirty="0" err="1"/>
              <a:t>AllPairs</a:t>
            </a:r>
            <a:r>
              <a:rPr lang="en-US" dirty="0"/>
              <a:t> and then execute them using Selenium or QTP.</a:t>
            </a:r>
          </a:p>
        </p:txBody>
      </p:sp>
      <p:grpSp>
        <p:nvGrpSpPr>
          <p:cNvPr id="5" name="Group 4">
            <a:extLst>
              <a:ext uri="{FF2B5EF4-FFF2-40B4-BE49-F238E27FC236}">
                <a16:creationId xmlns:a16="http://schemas.microsoft.com/office/drawing/2014/main" id="{7BC492EA-10BC-4829-81C0-59530994A377}"/>
              </a:ext>
            </a:extLst>
          </p:cNvPr>
          <p:cNvGrpSpPr/>
          <p:nvPr/>
        </p:nvGrpSpPr>
        <p:grpSpPr>
          <a:xfrm>
            <a:off x="174604" y="147180"/>
            <a:ext cx="335559" cy="369332"/>
            <a:chOff x="369116" y="375299"/>
            <a:chExt cx="335559" cy="369332"/>
          </a:xfrm>
        </p:grpSpPr>
        <p:sp>
          <p:nvSpPr>
            <p:cNvPr id="6" name="Oval 5">
              <a:extLst>
                <a:ext uri="{FF2B5EF4-FFF2-40B4-BE49-F238E27FC236}">
                  <a16:creationId xmlns:a16="http://schemas.microsoft.com/office/drawing/2014/main" id="{44D4C46F-FBCE-4AEB-BE5E-A582E62A1D7D}"/>
                </a:ext>
              </a:extLst>
            </p:cNvPr>
            <p:cNvSpPr/>
            <p:nvPr/>
          </p:nvSpPr>
          <p:spPr>
            <a:xfrm>
              <a:off x="369116" y="411061"/>
              <a:ext cx="335559" cy="29780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D415B3D-3B26-42FB-B6DA-3C06BDF0CFA8}"/>
                </a:ext>
              </a:extLst>
            </p:cNvPr>
            <p:cNvSpPr txBox="1"/>
            <p:nvPr/>
          </p:nvSpPr>
          <p:spPr>
            <a:xfrm>
              <a:off x="394601" y="375299"/>
              <a:ext cx="301686" cy="369332"/>
            </a:xfrm>
            <a:prstGeom prst="rect">
              <a:avLst/>
            </a:prstGeom>
            <a:noFill/>
          </p:spPr>
          <p:txBody>
            <a:bodyPr wrap="none" rtlCol="0">
              <a:spAutoFit/>
            </a:bodyPr>
            <a:lstStyle/>
            <a:p>
              <a:r>
                <a:rPr lang="en-US" dirty="0"/>
                <a:t>6</a:t>
              </a:r>
            </a:p>
          </p:txBody>
        </p:sp>
      </p:grpSp>
    </p:spTree>
    <p:extLst>
      <p:ext uri="{BB962C8B-B14F-4D97-AF65-F5344CB8AC3E}">
        <p14:creationId xmlns:p14="http://schemas.microsoft.com/office/powerpoint/2010/main" val="3527135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259</Words>
  <Application>Microsoft Office PowerPoint</Application>
  <PresentationFormat>Widescreen</PresentationFormat>
  <Paragraphs>67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 Elentukh</dc:creator>
  <cp:lastModifiedBy>Alex Elentukh</cp:lastModifiedBy>
  <cp:revision>17</cp:revision>
  <dcterms:created xsi:type="dcterms:W3CDTF">2025-09-17T02:23:28Z</dcterms:created>
  <dcterms:modified xsi:type="dcterms:W3CDTF">2025-10-13T02:26:24Z</dcterms:modified>
</cp:coreProperties>
</file>