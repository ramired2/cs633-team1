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31DP6TgHpjNQzTqt9u3DbmIi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640" y="0"/>
            <a:ext cx="915071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3"/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86" name="Google Shape;86;p3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3"/>
          <p:cNvSpPr txBox="1"/>
          <p:nvPr/>
        </p:nvSpPr>
        <p:spPr>
          <a:xfrm>
            <a:off x="5647498" y="350375"/>
            <a:ext cx="578448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Taxonomy tree for the requirements space shows how various terms relate to each other. This in turn offers an insight into each term.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3439886" y="1178580"/>
            <a:ext cx="6096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Attributes of a solid requirement are comprised below.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Unambiguous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Non-overlapping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Testable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Clearly stated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Consistent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Modifiable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Prioritized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Traceable &amp; Traced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Uniquely identified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Design-Free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96" name="Google Shape;96;p4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767" y="2125401"/>
            <a:ext cx="5780465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5"/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105" name="Google Shape;105;p5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313" y="2125401"/>
            <a:ext cx="6123374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6"/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114" name="Google Shape;114;p6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6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1260094" y="1196436"/>
            <a:ext cx="8413019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When defining personas for a project, we should do it in a most clear and unambiguous manner. Consider three options to define personas.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Which one definition is ambiguous?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94" y="3634836"/>
            <a:ext cx="8153400" cy="2880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7"/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124" name="Google Shape;124;p7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7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1934778" y="2017113"/>
            <a:ext cx="790304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class difficult or easy?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class covers multiple topics. It is rewarding for a student to learn new material and be able to apply it. Six modules include over a thousand pages of course notes, quizzes, assignments, final exam, term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8"/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133" name="Google Shape;133;p8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8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2025-09-17T02:23:28Z</dcterms:created>
  <dc:creator>Alex Elentukh</dc:creator>
</cp:coreProperties>
</file>