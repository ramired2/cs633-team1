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gXmboKlj2iDam2qRqS5KVK1B5u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0640" y="0"/>
            <a:ext cx="9150719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" name="Google Shape;85;p3"/>
          <p:cNvGrpSpPr/>
          <p:nvPr/>
        </p:nvGrpSpPr>
        <p:grpSpPr>
          <a:xfrm>
            <a:off x="169800" y="91156"/>
            <a:ext cx="335559" cy="369332"/>
            <a:chOff x="369116" y="375299"/>
            <a:chExt cx="335559" cy="369332"/>
          </a:xfrm>
        </p:grpSpPr>
        <p:sp>
          <p:nvSpPr>
            <p:cNvPr id="86" name="Google Shape;86;p3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3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</p:grpSp>
      <p:sp>
        <p:nvSpPr>
          <p:cNvPr id="88" name="Google Shape;88;p3"/>
          <p:cNvSpPr txBox="1"/>
          <p:nvPr/>
        </p:nvSpPr>
        <p:spPr>
          <a:xfrm>
            <a:off x="5647498" y="350375"/>
            <a:ext cx="5784481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Taxonomy tree for the requirements space shows how various terms relate to each other. This in turn offers an insight into each term.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3439886" y="1178580"/>
            <a:ext cx="6096000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Attributes of a solid requirement are comprised below.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Unambiguous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Non-overlapping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Complete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Testable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Clearly stated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Consistent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Correct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Modifiable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Prioritized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Traceable &amp; Traced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Uniquely identified</a:t>
            </a:r>
            <a:endParaRPr/>
          </a:p>
          <a:p>
            <a:pPr indent="-233363" lvl="0" marL="466726" marR="0" rtl="0" algn="l"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Design-Free</a:t>
            </a:r>
            <a:endParaRPr/>
          </a:p>
        </p:txBody>
      </p:sp>
      <p:grpSp>
        <p:nvGrpSpPr>
          <p:cNvPr id="94" name="Google Shape;94;p4"/>
          <p:cNvGrpSpPr/>
          <p:nvPr/>
        </p:nvGrpSpPr>
        <p:grpSpPr>
          <a:xfrm>
            <a:off x="164814" y="92935"/>
            <a:ext cx="335559" cy="369332"/>
            <a:chOff x="369116" y="375299"/>
            <a:chExt cx="335559" cy="369332"/>
          </a:xfrm>
        </p:grpSpPr>
        <p:sp>
          <p:nvSpPr>
            <p:cNvPr id="95" name="Google Shape;95;p4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4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5767" y="2125401"/>
            <a:ext cx="5780465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2" name="Google Shape;102;p5"/>
          <p:cNvGrpSpPr/>
          <p:nvPr/>
        </p:nvGrpSpPr>
        <p:grpSpPr>
          <a:xfrm>
            <a:off x="153605" y="145106"/>
            <a:ext cx="335559" cy="369332"/>
            <a:chOff x="369116" y="375299"/>
            <a:chExt cx="335559" cy="369332"/>
          </a:xfrm>
        </p:grpSpPr>
        <p:sp>
          <p:nvSpPr>
            <p:cNvPr id="103" name="Google Shape;103;p5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5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34313" y="2125401"/>
            <a:ext cx="6123374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0" name="Google Shape;110;p6"/>
          <p:cNvGrpSpPr/>
          <p:nvPr/>
        </p:nvGrpSpPr>
        <p:grpSpPr>
          <a:xfrm>
            <a:off x="220174" y="168646"/>
            <a:ext cx="335559" cy="369332"/>
            <a:chOff x="369116" y="375299"/>
            <a:chExt cx="335559" cy="369332"/>
          </a:xfrm>
        </p:grpSpPr>
        <p:sp>
          <p:nvSpPr>
            <p:cNvPr id="111" name="Google Shape;111;p6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6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"/>
          <p:cNvSpPr txBox="1"/>
          <p:nvPr/>
        </p:nvSpPr>
        <p:spPr>
          <a:xfrm>
            <a:off x="1260094" y="1196436"/>
            <a:ext cx="8413019" cy="20928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When defining personas for a project, we should do it in a most clear and unambiguous manner. Consider three options to define personas.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0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Which one definition is ambiguous?</a:t>
            </a:r>
            <a:endParaRPr/>
          </a:p>
        </p:txBody>
      </p:sp>
      <p:pic>
        <p:nvPicPr>
          <p:cNvPr id="118" name="Google Shape;11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60094" y="3634836"/>
            <a:ext cx="8153400" cy="28800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" name="Google Shape;119;p7"/>
          <p:cNvGrpSpPr/>
          <p:nvPr/>
        </p:nvGrpSpPr>
        <p:grpSpPr>
          <a:xfrm>
            <a:off x="143745" y="98148"/>
            <a:ext cx="335559" cy="369332"/>
            <a:chOff x="369116" y="375299"/>
            <a:chExt cx="335559" cy="369332"/>
          </a:xfrm>
        </p:grpSpPr>
        <p:sp>
          <p:nvSpPr>
            <p:cNvPr id="120" name="Google Shape;120;p7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7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1934778" y="2017113"/>
            <a:ext cx="7903044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Question.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this class difficult or easy?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Answer.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class covers multiple topics. It is rewarding for a student to learn new material and be able to apply it. Six modules include over a thousand pages of course notes, quizzes, assignments, final exam, term project.</a:t>
            </a:r>
            <a:endParaRPr/>
          </a:p>
        </p:txBody>
      </p:sp>
      <p:grpSp>
        <p:nvGrpSpPr>
          <p:cNvPr id="127" name="Google Shape;127;p8"/>
          <p:cNvGrpSpPr/>
          <p:nvPr/>
        </p:nvGrpSpPr>
        <p:grpSpPr>
          <a:xfrm>
            <a:off x="174604" y="147180"/>
            <a:ext cx="335559" cy="369332"/>
            <a:chOff x="369116" y="375299"/>
            <a:chExt cx="335559" cy="369332"/>
          </a:xfrm>
        </p:grpSpPr>
        <p:sp>
          <p:nvSpPr>
            <p:cNvPr id="128" name="Google Shape;128;p8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8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2025-09-17T02:23:28Z</dcterms:created>
  <dc:creator>Alex Elentukh</dc:creator>
</cp:coreProperties>
</file>