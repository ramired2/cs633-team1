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ZtrDDXRha5E6ZmEG/MVNqX6QU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640" y="0"/>
            <a:ext cx="9150719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3"/>
          <p:cNvGrpSpPr/>
          <p:nvPr/>
        </p:nvGrpSpPr>
        <p:grpSpPr>
          <a:xfrm>
            <a:off x="169800" y="91156"/>
            <a:ext cx="335559" cy="369332"/>
            <a:chOff x="369116" y="375299"/>
            <a:chExt cx="335559" cy="369332"/>
          </a:xfrm>
        </p:grpSpPr>
        <p:sp>
          <p:nvSpPr>
            <p:cNvPr id="86" name="Google Shape;86;p3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3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3"/>
          <p:cNvSpPr txBox="1"/>
          <p:nvPr/>
        </p:nvSpPr>
        <p:spPr>
          <a:xfrm>
            <a:off x="5647498" y="350375"/>
            <a:ext cx="578448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Taxonomy tree for the requirements space shows how various terms relate to each other. This in turn offers an insight into each term.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3439886" y="1178580"/>
            <a:ext cx="60960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Attributes of a solid requirement are comprised below.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Unambiguous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Non-overlapping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Testable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Clearly stated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Consistent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Modifiable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Prioritized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Traceable &amp; Traced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Uniquely identified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46672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Design-Free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164814" y="92935"/>
            <a:ext cx="335559" cy="369332"/>
            <a:chOff x="369116" y="375299"/>
            <a:chExt cx="335559" cy="369332"/>
          </a:xfrm>
        </p:grpSpPr>
        <p:sp>
          <p:nvSpPr>
            <p:cNvPr id="96" name="Google Shape;96;p4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4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4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5767" y="2125401"/>
            <a:ext cx="5780465" cy="2607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5"/>
          <p:cNvGrpSpPr/>
          <p:nvPr/>
        </p:nvGrpSpPr>
        <p:grpSpPr>
          <a:xfrm>
            <a:off x="153605" y="145106"/>
            <a:ext cx="335559" cy="369332"/>
            <a:chOff x="369116" y="375299"/>
            <a:chExt cx="335559" cy="369332"/>
          </a:xfrm>
        </p:grpSpPr>
        <p:sp>
          <p:nvSpPr>
            <p:cNvPr id="105" name="Google Shape;105;p5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5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4313" y="2125401"/>
            <a:ext cx="6123374" cy="2607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6"/>
          <p:cNvGrpSpPr/>
          <p:nvPr/>
        </p:nvGrpSpPr>
        <p:grpSpPr>
          <a:xfrm>
            <a:off x="220174" y="168646"/>
            <a:ext cx="335559" cy="369332"/>
            <a:chOff x="369116" y="375299"/>
            <a:chExt cx="335559" cy="369332"/>
          </a:xfrm>
        </p:grpSpPr>
        <p:sp>
          <p:nvSpPr>
            <p:cNvPr id="114" name="Google Shape;114;p6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6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6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/>
        </p:nvSpPr>
        <p:spPr>
          <a:xfrm>
            <a:off x="1260094" y="1196436"/>
            <a:ext cx="8413019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When defining personas for a project, we should do it in a most clear and unambiguous manner. Consider three options to define personas.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Which one definition is ambiguous?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094" y="3634836"/>
            <a:ext cx="8153400" cy="28800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7"/>
          <p:cNvGrpSpPr/>
          <p:nvPr/>
        </p:nvGrpSpPr>
        <p:grpSpPr>
          <a:xfrm>
            <a:off x="143745" y="98148"/>
            <a:ext cx="335559" cy="369332"/>
            <a:chOff x="369116" y="375299"/>
            <a:chExt cx="335559" cy="369332"/>
          </a:xfrm>
        </p:grpSpPr>
        <p:sp>
          <p:nvSpPr>
            <p:cNvPr id="124" name="Google Shape;124;p7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7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7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1934778" y="2017113"/>
            <a:ext cx="790304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this class difficult or easy?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class covers multiple topics. It is rewarding for a student to learn new material and be able to apply it. Six modules include over a thousand pages of course notes, quizzes, assignments, final exam, term project.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8"/>
          <p:cNvGrpSpPr/>
          <p:nvPr/>
        </p:nvGrpSpPr>
        <p:grpSpPr>
          <a:xfrm>
            <a:off x="174604" y="147180"/>
            <a:ext cx="335559" cy="369332"/>
            <a:chOff x="369116" y="375299"/>
            <a:chExt cx="335559" cy="369332"/>
          </a:xfrm>
        </p:grpSpPr>
        <p:sp>
          <p:nvSpPr>
            <p:cNvPr id="133" name="Google Shape;133;p8"/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8"/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8"/>
          <p:cNvSpPr txBox="1"/>
          <p:nvPr/>
        </p:nvSpPr>
        <p:spPr>
          <a:xfrm>
            <a:off x="742600" y="1309650"/>
            <a:ext cx="2470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2025-09-17T02:23:28Z</dcterms:created>
  <dc:creator>Alex Elentukh</dc:creator>
</cp:coreProperties>
</file>