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1" roundtripDataSignature="AMtx7mjyL/exfdfZAbwd/3ZvUygJ2zkpL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customschemas.google.com/relationships/presentationmetadata" Target="metadata"/><Relationship Id="rId10" Type="http://schemas.openxmlformats.org/officeDocument/2006/relationships/slide" Target="slides/slide6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2" name="Google Shape;9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1" name="Google Shape;10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0" name="Google Shape;11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9" name="Google Shape;11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" name="Google Shape;12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0640" y="0"/>
            <a:ext cx="9150719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5" name="Google Shape;85;p3"/>
          <p:cNvGrpSpPr/>
          <p:nvPr/>
        </p:nvGrpSpPr>
        <p:grpSpPr>
          <a:xfrm>
            <a:off x="169800" y="91156"/>
            <a:ext cx="335559" cy="369332"/>
            <a:chOff x="369116" y="375299"/>
            <a:chExt cx="335559" cy="369332"/>
          </a:xfrm>
        </p:grpSpPr>
        <p:sp>
          <p:nvSpPr>
            <p:cNvPr id="86" name="Google Shape;86;p3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87;p3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3"/>
          <p:cNvSpPr txBox="1"/>
          <p:nvPr/>
        </p:nvSpPr>
        <p:spPr>
          <a:xfrm>
            <a:off x="5647498" y="350375"/>
            <a:ext cx="5784481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Taxonomy tree for the requirements space shows how various terms relate to each other. This in turn offers an insight into each term.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3"/>
          <p:cNvSpPr txBox="1"/>
          <p:nvPr/>
        </p:nvSpPr>
        <p:spPr>
          <a:xfrm>
            <a:off x="742600" y="1309650"/>
            <a:ext cx="24708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MOD2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"/>
          <p:cNvSpPr/>
          <p:nvPr/>
        </p:nvSpPr>
        <p:spPr>
          <a:xfrm>
            <a:off x="3439886" y="1178580"/>
            <a:ext cx="6096000" cy="36933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Attributes of a solid requirement are comprised below.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Unambiguous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Non-overlapping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Complete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Testable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Clearly stated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Consistent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Correct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Modifiable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Prioritized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Traceable &amp; Traced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Uniquely identified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Design-Free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5" name="Google Shape;95;p4"/>
          <p:cNvGrpSpPr/>
          <p:nvPr/>
        </p:nvGrpSpPr>
        <p:grpSpPr>
          <a:xfrm>
            <a:off x="164814" y="92935"/>
            <a:ext cx="335559" cy="369332"/>
            <a:chOff x="369116" y="375299"/>
            <a:chExt cx="335559" cy="369332"/>
          </a:xfrm>
        </p:grpSpPr>
        <p:sp>
          <p:nvSpPr>
            <p:cNvPr id="96" name="Google Shape;96;p4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4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8" name="Google Shape;98;p4"/>
          <p:cNvSpPr txBox="1"/>
          <p:nvPr/>
        </p:nvSpPr>
        <p:spPr>
          <a:xfrm>
            <a:off x="742600" y="1309650"/>
            <a:ext cx="24708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MOD2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5767" y="2125401"/>
            <a:ext cx="5780465" cy="26071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4" name="Google Shape;104;p5"/>
          <p:cNvGrpSpPr/>
          <p:nvPr/>
        </p:nvGrpSpPr>
        <p:grpSpPr>
          <a:xfrm>
            <a:off x="153605" y="145106"/>
            <a:ext cx="335559" cy="369332"/>
            <a:chOff x="369116" y="375299"/>
            <a:chExt cx="335559" cy="369332"/>
          </a:xfrm>
        </p:grpSpPr>
        <p:sp>
          <p:nvSpPr>
            <p:cNvPr id="105" name="Google Shape;105;p5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5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7" name="Google Shape;107;p5"/>
          <p:cNvSpPr txBox="1"/>
          <p:nvPr/>
        </p:nvSpPr>
        <p:spPr>
          <a:xfrm>
            <a:off x="742600" y="1309650"/>
            <a:ext cx="24708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MOD2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34313" y="2125401"/>
            <a:ext cx="6123374" cy="26071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6"/>
          <p:cNvGrpSpPr/>
          <p:nvPr/>
        </p:nvGrpSpPr>
        <p:grpSpPr>
          <a:xfrm>
            <a:off x="220174" y="168646"/>
            <a:ext cx="335559" cy="369332"/>
            <a:chOff x="369116" y="375299"/>
            <a:chExt cx="335559" cy="369332"/>
          </a:xfrm>
        </p:grpSpPr>
        <p:sp>
          <p:nvSpPr>
            <p:cNvPr id="114" name="Google Shape;114;p6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15;p6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6" name="Google Shape;116;p6"/>
          <p:cNvSpPr txBox="1"/>
          <p:nvPr/>
        </p:nvSpPr>
        <p:spPr>
          <a:xfrm>
            <a:off x="742600" y="1309650"/>
            <a:ext cx="24708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MOD2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"/>
          <p:cNvSpPr txBox="1"/>
          <p:nvPr/>
        </p:nvSpPr>
        <p:spPr>
          <a:xfrm>
            <a:off x="1260094" y="1196436"/>
            <a:ext cx="8413019" cy="20928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When defining personas for a project, we should do it in a most clear and unambiguous manner. Consider three options to define personas.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t/>
            </a:r>
            <a:endParaRPr b="0" i="0" sz="2600" u="none" cap="none" strike="noStrike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Which one definition is ambiguous?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60094" y="3634836"/>
            <a:ext cx="8153400" cy="28800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3" name="Google Shape;123;p7"/>
          <p:cNvGrpSpPr/>
          <p:nvPr/>
        </p:nvGrpSpPr>
        <p:grpSpPr>
          <a:xfrm>
            <a:off x="143745" y="98148"/>
            <a:ext cx="335559" cy="369332"/>
            <a:chOff x="369116" y="375299"/>
            <a:chExt cx="335559" cy="369332"/>
          </a:xfrm>
        </p:grpSpPr>
        <p:sp>
          <p:nvSpPr>
            <p:cNvPr id="124" name="Google Shape;124;p7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7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6" name="Google Shape;126;p7"/>
          <p:cNvSpPr txBox="1"/>
          <p:nvPr/>
        </p:nvSpPr>
        <p:spPr>
          <a:xfrm>
            <a:off x="742600" y="1309650"/>
            <a:ext cx="24708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MOD2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"/>
          <p:cNvSpPr/>
          <p:nvPr/>
        </p:nvSpPr>
        <p:spPr>
          <a:xfrm>
            <a:off x="1934778" y="2017113"/>
            <a:ext cx="7903044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Question.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this class difficult or easy?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Answer.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class covers multiple topics. It is rewarding for a student to learn new material and be able to apply it. Six modules include over a thousand pages of course notes, quizzes, assignments, final exam, term project.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2" name="Google Shape;132;p8"/>
          <p:cNvGrpSpPr/>
          <p:nvPr/>
        </p:nvGrpSpPr>
        <p:grpSpPr>
          <a:xfrm>
            <a:off x="174604" y="147180"/>
            <a:ext cx="335559" cy="369332"/>
            <a:chOff x="369116" y="375299"/>
            <a:chExt cx="335559" cy="369332"/>
          </a:xfrm>
        </p:grpSpPr>
        <p:sp>
          <p:nvSpPr>
            <p:cNvPr id="133" name="Google Shape;133;p8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4" name="Google Shape;134;p8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5" name="Google Shape;135;p8"/>
          <p:cNvSpPr txBox="1"/>
          <p:nvPr/>
        </p:nvSpPr>
        <p:spPr>
          <a:xfrm>
            <a:off x="742600" y="1309650"/>
            <a:ext cx="24708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MOD2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2025-09-17T02:23:28Z</dcterms:created>
  <dc:creator>Alex Elentukh</dc:creator>
</cp:coreProperties>
</file>