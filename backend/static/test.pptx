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1" roundtripDataSignature="AMtx7miXo7JiX/0VKo67iqy6RlfjyL74G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1" Type="http://customschemas.google.com/relationships/presentationmetadata" Target="metadata"/><Relationship Id="rId10" Type="http://schemas.openxmlformats.org/officeDocument/2006/relationships/slide" Target="slides/slide6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1" name="Google Shape;9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9" name="Google Shape;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7" name="Google Shape;10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5" name="Google Shape;11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4" name="Google Shape;12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0640" y="0"/>
            <a:ext cx="9150719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5" name="Google Shape;85;p3"/>
          <p:cNvGrpSpPr/>
          <p:nvPr/>
        </p:nvGrpSpPr>
        <p:grpSpPr>
          <a:xfrm>
            <a:off x="169800" y="91156"/>
            <a:ext cx="335559" cy="369332"/>
            <a:chOff x="369116" y="375299"/>
            <a:chExt cx="335559" cy="369332"/>
          </a:xfrm>
        </p:grpSpPr>
        <p:sp>
          <p:nvSpPr>
            <p:cNvPr id="86" name="Google Shape;86;p3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3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3"/>
          <p:cNvSpPr txBox="1"/>
          <p:nvPr/>
        </p:nvSpPr>
        <p:spPr>
          <a:xfrm>
            <a:off x="5647498" y="350375"/>
            <a:ext cx="5784481" cy="92333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Taxonomy tree for the requirements space shows how various terms relate to each other. This in turn offers an insight into each term.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4"/>
          <p:cNvSpPr/>
          <p:nvPr/>
        </p:nvSpPr>
        <p:spPr>
          <a:xfrm>
            <a:off x="3439886" y="1178580"/>
            <a:ext cx="6096000" cy="36933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Attributes of a solid requirement are comprised below.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Unambiguous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Non-overlapping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Complete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Testable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Clearly stated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Consistent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Correct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Modifiable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Prioritized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Traceable &amp; Traced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Uniquely identified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33363" lvl="0" marL="46672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1800"/>
              <a:buFont typeface="Calibri"/>
              <a:buChar char="•"/>
            </a:pPr>
            <a:r>
              <a:rPr b="0" i="0" lang="en-US" sz="1800" u="none" cap="none" strike="noStrike">
                <a:solidFill>
                  <a:srgbClr val="2F5496"/>
                </a:solidFill>
                <a:latin typeface="Calibri"/>
                <a:ea typeface="Calibri"/>
                <a:cs typeface="Calibri"/>
                <a:sym typeface="Calibri"/>
              </a:rPr>
              <a:t> Design-Free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4" name="Google Shape;94;p4"/>
          <p:cNvGrpSpPr/>
          <p:nvPr/>
        </p:nvGrpSpPr>
        <p:grpSpPr>
          <a:xfrm>
            <a:off x="164814" y="92935"/>
            <a:ext cx="335559" cy="369332"/>
            <a:chOff x="369116" y="375299"/>
            <a:chExt cx="335559" cy="369332"/>
          </a:xfrm>
        </p:grpSpPr>
        <p:sp>
          <p:nvSpPr>
            <p:cNvPr id="95" name="Google Shape;95;p4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4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05767" y="2125401"/>
            <a:ext cx="5780465" cy="26071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2" name="Google Shape;102;p5"/>
          <p:cNvGrpSpPr/>
          <p:nvPr/>
        </p:nvGrpSpPr>
        <p:grpSpPr>
          <a:xfrm>
            <a:off x="153605" y="145106"/>
            <a:ext cx="335559" cy="369332"/>
            <a:chOff x="369116" y="375299"/>
            <a:chExt cx="335559" cy="369332"/>
          </a:xfrm>
        </p:grpSpPr>
        <p:sp>
          <p:nvSpPr>
            <p:cNvPr id="103" name="Google Shape;103;p5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5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34313" y="2125401"/>
            <a:ext cx="6123374" cy="26071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0" name="Google Shape;110;p6"/>
          <p:cNvGrpSpPr/>
          <p:nvPr/>
        </p:nvGrpSpPr>
        <p:grpSpPr>
          <a:xfrm>
            <a:off x="220174" y="168646"/>
            <a:ext cx="335559" cy="369332"/>
            <a:chOff x="369116" y="375299"/>
            <a:chExt cx="335559" cy="369332"/>
          </a:xfrm>
        </p:grpSpPr>
        <p:sp>
          <p:nvSpPr>
            <p:cNvPr id="111" name="Google Shape;111;p6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6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"/>
          <p:cNvSpPr txBox="1"/>
          <p:nvPr/>
        </p:nvSpPr>
        <p:spPr>
          <a:xfrm>
            <a:off x="1260094" y="1196436"/>
            <a:ext cx="8413019" cy="20928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When defining personas for a project, we should do it in a most clear and unambiguous manner. Consider three options to define personas.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en-US" sz="2600" u="none" cap="none" strike="noStrike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Which one definition is ambiguous?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" name="Google Shape;11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60094" y="3634836"/>
            <a:ext cx="8153400" cy="28800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" name="Google Shape;119;p7"/>
          <p:cNvGrpSpPr/>
          <p:nvPr/>
        </p:nvGrpSpPr>
        <p:grpSpPr>
          <a:xfrm>
            <a:off x="143745" y="98148"/>
            <a:ext cx="335559" cy="369332"/>
            <a:chOff x="369116" y="375299"/>
            <a:chExt cx="335559" cy="369332"/>
          </a:xfrm>
        </p:grpSpPr>
        <p:sp>
          <p:nvSpPr>
            <p:cNvPr id="120" name="Google Shape;120;p7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7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1934778" y="2017113"/>
            <a:ext cx="7903044" cy="175432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Question.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this class difficult or easy?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Answer. </a:t>
            </a:r>
            <a: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class covers multiple topics. It is rewarding for a student to learn new material and be able to apply it. Six modules include over a thousand pages of course notes, quizzes, assignments, final exam, term project.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27" name="Google Shape;127;p8"/>
          <p:cNvGrpSpPr/>
          <p:nvPr/>
        </p:nvGrpSpPr>
        <p:grpSpPr>
          <a:xfrm>
            <a:off x="174604" y="147180"/>
            <a:ext cx="335559" cy="369332"/>
            <a:chOff x="369116" y="375299"/>
            <a:chExt cx="335559" cy="369332"/>
          </a:xfrm>
        </p:grpSpPr>
        <p:sp>
          <p:nvSpPr>
            <p:cNvPr id="128" name="Google Shape;128;p8"/>
            <p:cNvSpPr/>
            <p:nvPr/>
          </p:nvSpPr>
          <p:spPr>
            <a:xfrm>
              <a:off x="369116" y="411061"/>
              <a:ext cx="335559" cy="297809"/>
            </a:xfrm>
            <a:prstGeom prst="ellipse">
              <a:avLst/>
            </a:prstGeom>
            <a:solidFill>
              <a:schemeClr val="lt1"/>
            </a:solidFill>
            <a:ln cap="flat" cmpd="sng" w="12700">
              <a:solidFill>
                <a:srgbClr val="31538F"/>
              </a:solidFill>
              <a:prstDash val="solid"/>
              <a:miter lim="800000"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8"/>
            <p:cNvSpPr txBox="1"/>
            <p:nvPr/>
          </p:nvSpPr>
          <p:spPr>
            <a:xfrm>
              <a:off x="394601" y="375299"/>
              <a:ext cx="301686" cy="36933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rPr b="0" i="0" lang="en-US" sz="1800" u="none" cap="none" strike="noStrik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2025-09-17T02:23:28Z</dcterms:created>
  <dc:creator>Alex Elentukh</dc:creator>
</cp:coreProperties>
</file>